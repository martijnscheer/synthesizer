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3" r:id="rId7"/>
    <p:sldId id="259" r:id="rId8"/>
    <p:sldId id="265" r:id="rId9"/>
    <p:sldId id="268" r:id="rId10"/>
    <p:sldId id="266" r:id="rId11"/>
    <p:sldId id="267" r:id="rId12"/>
    <p:sldId id="261" r:id="rId13"/>
    <p:sldId id="262" r:id="rId14"/>
    <p:sldId id="269" r:id="rId1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CCF615-6A63-4C75-B993-63D78D821B7D}" v="106" dt="2024-09-16T06:47:04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7D7162-C66F-4945-A374-44417379248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4EF8787-A249-4BDC-90FF-9DCCA8717ED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/>
            <a:t>Stroom en spanningslimieten.</a:t>
          </a:r>
          <a:endParaRPr lang="en-US"/>
        </a:p>
      </dgm:t>
    </dgm:pt>
    <dgm:pt modelId="{702A8397-A162-4BD8-8550-D930D61E6530}" type="parTrans" cxnId="{32A7A329-3AAE-48E4-8CA6-29627A7321EA}">
      <dgm:prSet/>
      <dgm:spPr/>
      <dgm:t>
        <a:bodyPr/>
        <a:lstStyle/>
        <a:p>
          <a:endParaRPr lang="en-US"/>
        </a:p>
      </dgm:t>
    </dgm:pt>
    <dgm:pt modelId="{D6121BFA-8C24-4E19-AE35-9AE7C34422F8}" type="sibTrans" cxnId="{32A7A329-3AAE-48E4-8CA6-29627A7321EA}">
      <dgm:prSet/>
      <dgm:spPr/>
      <dgm:t>
        <a:bodyPr/>
        <a:lstStyle/>
        <a:p>
          <a:endParaRPr lang="en-US"/>
        </a:p>
      </dgm:t>
    </dgm:pt>
    <dgm:pt modelId="{B0B42C53-526D-49E8-9B47-265EE076FCC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/>
            <a:t>Budget van 50 euro.</a:t>
          </a:r>
          <a:endParaRPr lang="en-US"/>
        </a:p>
      </dgm:t>
    </dgm:pt>
    <dgm:pt modelId="{525B6CDD-E4CE-4375-9A3A-4C9070184FE6}" type="parTrans" cxnId="{D8F9C839-70F6-4396-896F-2042C0F5524C}">
      <dgm:prSet/>
      <dgm:spPr/>
      <dgm:t>
        <a:bodyPr/>
        <a:lstStyle/>
        <a:p>
          <a:endParaRPr lang="en-US"/>
        </a:p>
      </dgm:t>
    </dgm:pt>
    <dgm:pt modelId="{95E2AC70-3A16-48F1-BC2E-BF337661D890}" type="sibTrans" cxnId="{D8F9C839-70F6-4396-896F-2042C0F5524C}">
      <dgm:prSet/>
      <dgm:spPr/>
      <dgm:t>
        <a:bodyPr/>
        <a:lstStyle/>
        <a:p>
          <a:endParaRPr lang="en-US"/>
        </a:p>
      </dgm:t>
    </dgm:pt>
    <dgm:pt modelId="{ECB5F9AC-9B42-45B7-9CE7-69FB75863C3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 dirty="0"/>
            <a:t>Geen kant en klare componenten. (devboards</a:t>
          </a:r>
          <a:r>
            <a:rPr lang="nl-NL"/>
            <a:t>, Modules </a:t>
          </a:r>
          <a:r>
            <a:rPr lang="nl-NL" dirty="0"/>
            <a:t>ETC)</a:t>
          </a:r>
          <a:endParaRPr lang="en-US" dirty="0"/>
        </a:p>
      </dgm:t>
    </dgm:pt>
    <dgm:pt modelId="{F93EDB5A-C1BE-4593-B228-DE1B5654400C}" type="parTrans" cxnId="{FE368E5E-D13B-4BC4-9D5B-50BC1C1CBBC8}">
      <dgm:prSet/>
      <dgm:spPr/>
      <dgm:t>
        <a:bodyPr/>
        <a:lstStyle/>
        <a:p>
          <a:endParaRPr lang="en-US"/>
        </a:p>
      </dgm:t>
    </dgm:pt>
    <dgm:pt modelId="{F41D37A2-79C5-4DA9-9318-0635BC2CB761}" type="sibTrans" cxnId="{FE368E5E-D13B-4BC4-9D5B-50BC1C1CBBC8}">
      <dgm:prSet/>
      <dgm:spPr/>
      <dgm:t>
        <a:bodyPr/>
        <a:lstStyle/>
        <a:p>
          <a:endParaRPr lang="en-US"/>
        </a:p>
      </dgm:t>
    </dgm:pt>
    <dgm:pt modelId="{D96E19C3-8C4C-4B63-B84C-2C4C882CB55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nl-NL"/>
            <a:t>Uiteindelijke afmetingen van het volledige design.</a:t>
          </a:r>
          <a:endParaRPr lang="en-US"/>
        </a:p>
      </dgm:t>
    </dgm:pt>
    <dgm:pt modelId="{742DE33F-490D-407C-B135-F8E72806E7A3}" type="parTrans" cxnId="{ED38DDA4-63EF-4E63-BB28-9A09A66683DB}">
      <dgm:prSet/>
      <dgm:spPr/>
      <dgm:t>
        <a:bodyPr/>
        <a:lstStyle/>
        <a:p>
          <a:endParaRPr lang="en-US"/>
        </a:p>
      </dgm:t>
    </dgm:pt>
    <dgm:pt modelId="{FD966093-13E9-4D7F-865A-3C1092429B19}" type="sibTrans" cxnId="{ED38DDA4-63EF-4E63-BB28-9A09A66683DB}">
      <dgm:prSet/>
      <dgm:spPr/>
      <dgm:t>
        <a:bodyPr/>
        <a:lstStyle/>
        <a:p>
          <a:endParaRPr lang="en-US"/>
        </a:p>
      </dgm:t>
    </dgm:pt>
    <dgm:pt modelId="{A7622AB2-9373-4496-9442-7E2D45BA592C}" type="pres">
      <dgm:prSet presAssocID="{1E7D7162-C66F-4945-A374-444173792484}" presName="root" presStyleCnt="0">
        <dgm:presLayoutVars>
          <dgm:dir/>
          <dgm:resizeHandles val="exact"/>
        </dgm:presLayoutVars>
      </dgm:prSet>
      <dgm:spPr/>
    </dgm:pt>
    <dgm:pt modelId="{79C5265F-6B60-43D1-A58B-0A12BA2CF70E}" type="pres">
      <dgm:prSet presAssocID="{54EF8787-A249-4BDC-90FF-9DCCA8717ED4}" presName="compNode" presStyleCnt="0"/>
      <dgm:spPr/>
    </dgm:pt>
    <dgm:pt modelId="{6F10E796-B7CF-463D-B0A9-94E59148D4F4}" type="pres">
      <dgm:prSet presAssocID="{54EF8787-A249-4BDC-90FF-9DCCA8717ED4}" presName="iconBgRect" presStyleLbl="bgShp" presStyleIdx="0" presStyleCnt="4"/>
      <dgm:spPr/>
    </dgm:pt>
    <dgm:pt modelId="{B6E4F4B1-EF33-4AF1-80D2-5B1458C6C0B6}" type="pres">
      <dgm:prSet presAssocID="{54EF8787-A249-4BDC-90FF-9DCCA8717ED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angesloten Losgekoppeld met effen opvulling"/>
        </a:ext>
      </dgm:extLst>
    </dgm:pt>
    <dgm:pt modelId="{6A3A61F6-7A97-4C9B-89BB-26AF5F806A26}" type="pres">
      <dgm:prSet presAssocID="{54EF8787-A249-4BDC-90FF-9DCCA8717ED4}" presName="spaceRect" presStyleCnt="0"/>
      <dgm:spPr/>
    </dgm:pt>
    <dgm:pt modelId="{F5045FBC-A709-44B0-AC49-97110E7B576A}" type="pres">
      <dgm:prSet presAssocID="{54EF8787-A249-4BDC-90FF-9DCCA8717ED4}" presName="textRect" presStyleLbl="revTx" presStyleIdx="0" presStyleCnt="4">
        <dgm:presLayoutVars>
          <dgm:chMax val="1"/>
          <dgm:chPref val="1"/>
        </dgm:presLayoutVars>
      </dgm:prSet>
      <dgm:spPr/>
    </dgm:pt>
    <dgm:pt modelId="{A15BF4B3-7EC9-4826-9B96-13042FA40016}" type="pres">
      <dgm:prSet presAssocID="{D6121BFA-8C24-4E19-AE35-9AE7C34422F8}" presName="sibTrans" presStyleCnt="0"/>
      <dgm:spPr/>
    </dgm:pt>
    <dgm:pt modelId="{40144993-27F2-4E00-B50C-BBAE38739BCA}" type="pres">
      <dgm:prSet presAssocID="{B0B42C53-526D-49E8-9B47-265EE076FCC4}" presName="compNode" presStyleCnt="0"/>
      <dgm:spPr/>
    </dgm:pt>
    <dgm:pt modelId="{B0FD21A1-6B5F-4DF2-8445-9C8520DDB4A9}" type="pres">
      <dgm:prSet presAssocID="{B0B42C53-526D-49E8-9B47-265EE076FCC4}" presName="iconBgRect" presStyleLbl="bgShp" presStyleIdx="1" presStyleCnt="4"/>
      <dgm:spPr/>
    </dgm:pt>
    <dgm:pt modelId="{6FAA5C0A-0229-40D4-B573-E15E332EA4F1}" type="pres">
      <dgm:prSet presAssocID="{B0B42C53-526D-49E8-9B47-265EE076FCC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nten"/>
        </a:ext>
      </dgm:extLst>
    </dgm:pt>
    <dgm:pt modelId="{D25A78EF-73DE-41F3-A718-AB891D7F4897}" type="pres">
      <dgm:prSet presAssocID="{B0B42C53-526D-49E8-9B47-265EE076FCC4}" presName="spaceRect" presStyleCnt="0"/>
      <dgm:spPr/>
    </dgm:pt>
    <dgm:pt modelId="{D4EEB4D9-4188-4D2E-8D54-AADE7C2119F8}" type="pres">
      <dgm:prSet presAssocID="{B0B42C53-526D-49E8-9B47-265EE076FCC4}" presName="textRect" presStyleLbl="revTx" presStyleIdx="1" presStyleCnt="4">
        <dgm:presLayoutVars>
          <dgm:chMax val="1"/>
          <dgm:chPref val="1"/>
        </dgm:presLayoutVars>
      </dgm:prSet>
      <dgm:spPr/>
    </dgm:pt>
    <dgm:pt modelId="{3E2FC18B-81B2-4F7B-B8FD-092203964D99}" type="pres">
      <dgm:prSet presAssocID="{95E2AC70-3A16-48F1-BC2E-BF337661D890}" presName="sibTrans" presStyleCnt="0"/>
      <dgm:spPr/>
    </dgm:pt>
    <dgm:pt modelId="{2DDD3FA9-61D8-4247-97C4-934E965654CE}" type="pres">
      <dgm:prSet presAssocID="{ECB5F9AC-9B42-45B7-9CE7-69FB75863C3F}" presName="compNode" presStyleCnt="0"/>
      <dgm:spPr/>
    </dgm:pt>
    <dgm:pt modelId="{B78D375D-B587-400F-83D3-05D01533B8A3}" type="pres">
      <dgm:prSet presAssocID="{ECB5F9AC-9B42-45B7-9CE7-69FB75863C3F}" presName="iconBgRect" presStyleLbl="bgShp" presStyleIdx="2" presStyleCnt="4"/>
      <dgm:spPr/>
    </dgm:pt>
    <dgm:pt modelId="{53A78376-570E-473F-B311-D525BBFFCC17}" type="pres">
      <dgm:prSet presAssocID="{ECB5F9AC-9B42-45B7-9CE7-69FB75863C3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erend"/>
        </a:ext>
      </dgm:extLst>
    </dgm:pt>
    <dgm:pt modelId="{D84561DA-37AF-48CA-A58E-0C32DD894E1B}" type="pres">
      <dgm:prSet presAssocID="{ECB5F9AC-9B42-45B7-9CE7-69FB75863C3F}" presName="spaceRect" presStyleCnt="0"/>
      <dgm:spPr/>
    </dgm:pt>
    <dgm:pt modelId="{64FDB78A-EBC0-4A9A-BE8C-591AE1142521}" type="pres">
      <dgm:prSet presAssocID="{ECB5F9AC-9B42-45B7-9CE7-69FB75863C3F}" presName="textRect" presStyleLbl="revTx" presStyleIdx="2" presStyleCnt="4">
        <dgm:presLayoutVars>
          <dgm:chMax val="1"/>
          <dgm:chPref val="1"/>
        </dgm:presLayoutVars>
      </dgm:prSet>
      <dgm:spPr/>
    </dgm:pt>
    <dgm:pt modelId="{346DC6ED-BAA8-43BD-876A-E868017982C3}" type="pres">
      <dgm:prSet presAssocID="{F41D37A2-79C5-4DA9-9318-0635BC2CB761}" presName="sibTrans" presStyleCnt="0"/>
      <dgm:spPr/>
    </dgm:pt>
    <dgm:pt modelId="{2C5A119C-4401-4AE3-8E21-B036560B189C}" type="pres">
      <dgm:prSet presAssocID="{D96E19C3-8C4C-4B63-B84C-2C4C882CB557}" presName="compNode" presStyleCnt="0"/>
      <dgm:spPr/>
    </dgm:pt>
    <dgm:pt modelId="{865F32F4-9676-4785-A37A-8A25B2399EDD}" type="pres">
      <dgm:prSet presAssocID="{D96E19C3-8C4C-4B63-B84C-2C4C882CB557}" presName="iconBgRect" presStyleLbl="bgShp" presStyleIdx="3" presStyleCnt="4"/>
      <dgm:spPr/>
    </dgm:pt>
    <dgm:pt modelId="{2B9EEC8F-8517-4E61-8CB1-FE86BACE0148}" type="pres">
      <dgm:prSet presAssocID="{D96E19C3-8C4C-4B63-B84C-2C4C882CB55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4CEBE5DD-54E9-443F-8DE5-7294B9556E6A}" type="pres">
      <dgm:prSet presAssocID="{D96E19C3-8C4C-4B63-B84C-2C4C882CB557}" presName="spaceRect" presStyleCnt="0"/>
      <dgm:spPr/>
    </dgm:pt>
    <dgm:pt modelId="{AA3CA71F-A7C2-4AEA-9E4A-3569DC407BBE}" type="pres">
      <dgm:prSet presAssocID="{D96E19C3-8C4C-4B63-B84C-2C4C882CB55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396480D-F4F0-4924-A679-D15FB76A9CF8}" type="presOf" srcId="{B0B42C53-526D-49E8-9B47-265EE076FCC4}" destId="{D4EEB4D9-4188-4D2E-8D54-AADE7C2119F8}" srcOrd="0" destOrd="0" presId="urn:microsoft.com/office/officeart/2018/5/layout/IconCircleLabelList"/>
    <dgm:cxn modelId="{CE8B4126-A5AF-4E6F-A46A-768C62817B8E}" type="presOf" srcId="{ECB5F9AC-9B42-45B7-9CE7-69FB75863C3F}" destId="{64FDB78A-EBC0-4A9A-BE8C-591AE1142521}" srcOrd="0" destOrd="0" presId="urn:microsoft.com/office/officeart/2018/5/layout/IconCircleLabelList"/>
    <dgm:cxn modelId="{32A7A329-3AAE-48E4-8CA6-29627A7321EA}" srcId="{1E7D7162-C66F-4945-A374-444173792484}" destId="{54EF8787-A249-4BDC-90FF-9DCCA8717ED4}" srcOrd="0" destOrd="0" parTransId="{702A8397-A162-4BD8-8550-D930D61E6530}" sibTransId="{D6121BFA-8C24-4E19-AE35-9AE7C34422F8}"/>
    <dgm:cxn modelId="{D8F9C839-70F6-4396-896F-2042C0F5524C}" srcId="{1E7D7162-C66F-4945-A374-444173792484}" destId="{B0B42C53-526D-49E8-9B47-265EE076FCC4}" srcOrd="1" destOrd="0" parTransId="{525B6CDD-E4CE-4375-9A3A-4C9070184FE6}" sibTransId="{95E2AC70-3A16-48F1-BC2E-BF337661D890}"/>
    <dgm:cxn modelId="{FE368E5E-D13B-4BC4-9D5B-50BC1C1CBBC8}" srcId="{1E7D7162-C66F-4945-A374-444173792484}" destId="{ECB5F9AC-9B42-45B7-9CE7-69FB75863C3F}" srcOrd="2" destOrd="0" parTransId="{F93EDB5A-C1BE-4593-B228-DE1B5654400C}" sibTransId="{F41D37A2-79C5-4DA9-9318-0635BC2CB761}"/>
    <dgm:cxn modelId="{BE513462-085E-47BA-9B38-FC6C6C323CA1}" type="presOf" srcId="{54EF8787-A249-4BDC-90FF-9DCCA8717ED4}" destId="{F5045FBC-A709-44B0-AC49-97110E7B576A}" srcOrd="0" destOrd="0" presId="urn:microsoft.com/office/officeart/2018/5/layout/IconCircleLabelList"/>
    <dgm:cxn modelId="{4F4F1551-CB9C-4AA1-B4D1-0FE1BED37244}" type="presOf" srcId="{1E7D7162-C66F-4945-A374-444173792484}" destId="{A7622AB2-9373-4496-9442-7E2D45BA592C}" srcOrd="0" destOrd="0" presId="urn:microsoft.com/office/officeart/2018/5/layout/IconCircleLabelList"/>
    <dgm:cxn modelId="{ED38DDA4-63EF-4E63-BB28-9A09A66683DB}" srcId="{1E7D7162-C66F-4945-A374-444173792484}" destId="{D96E19C3-8C4C-4B63-B84C-2C4C882CB557}" srcOrd="3" destOrd="0" parTransId="{742DE33F-490D-407C-B135-F8E72806E7A3}" sibTransId="{FD966093-13E9-4D7F-865A-3C1092429B19}"/>
    <dgm:cxn modelId="{F50BDAC7-08AD-4E64-806D-A70515AD1F8D}" type="presOf" srcId="{D96E19C3-8C4C-4B63-B84C-2C4C882CB557}" destId="{AA3CA71F-A7C2-4AEA-9E4A-3569DC407BBE}" srcOrd="0" destOrd="0" presId="urn:microsoft.com/office/officeart/2018/5/layout/IconCircleLabelList"/>
    <dgm:cxn modelId="{64D1EF49-E4BF-48DA-A472-E23E54313EE8}" type="presParOf" srcId="{A7622AB2-9373-4496-9442-7E2D45BA592C}" destId="{79C5265F-6B60-43D1-A58B-0A12BA2CF70E}" srcOrd="0" destOrd="0" presId="urn:microsoft.com/office/officeart/2018/5/layout/IconCircleLabelList"/>
    <dgm:cxn modelId="{4377577F-9F42-4662-B72A-9007AD9A1D48}" type="presParOf" srcId="{79C5265F-6B60-43D1-A58B-0A12BA2CF70E}" destId="{6F10E796-B7CF-463D-B0A9-94E59148D4F4}" srcOrd="0" destOrd="0" presId="urn:microsoft.com/office/officeart/2018/5/layout/IconCircleLabelList"/>
    <dgm:cxn modelId="{B6E66EFF-0FB7-47B6-ACA3-FB3459D9C809}" type="presParOf" srcId="{79C5265F-6B60-43D1-A58B-0A12BA2CF70E}" destId="{B6E4F4B1-EF33-4AF1-80D2-5B1458C6C0B6}" srcOrd="1" destOrd="0" presId="urn:microsoft.com/office/officeart/2018/5/layout/IconCircleLabelList"/>
    <dgm:cxn modelId="{35043612-A4E1-424C-A7B6-BB1743A5493F}" type="presParOf" srcId="{79C5265F-6B60-43D1-A58B-0A12BA2CF70E}" destId="{6A3A61F6-7A97-4C9B-89BB-26AF5F806A26}" srcOrd="2" destOrd="0" presId="urn:microsoft.com/office/officeart/2018/5/layout/IconCircleLabelList"/>
    <dgm:cxn modelId="{B9948047-4C1A-4B3C-8DB8-C8531C02B32B}" type="presParOf" srcId="{79C5265F-6B60-43D1-A58B-0A12BA2CF70E}" destId="{F5045FBC-A709-44B0-AC49-97110E7B576A}" srcOrd="3" destOrd="0" presId="urn:microsoft.com/office/officeart/2018/5/layout/IconCircleLabelList"/>
    <dgm:cxn modelId="{157C3EA8-D17C-478D-A6F7-5F77571302FC}" type="presParOf" srcId="{A7622AB2-9373-4496-9442-7E2D45BA592C}" destId="{A15BF4B3-7EC9-4826-9B96-13042FA40016}" srcOrd="1" destOrd="0" presId="urn:microsoft.com/office/officeart/2018/5/layout/IconCircleLabelList"/>
    <dgm:cxn modelId="{7CD3A493-0592-46FB-A695-76E524BCC31A}" type="presParOf" srcId="{A7622AB2-9373-4496-9442-7E2D45BA592C}" destId="{40144993-27F2-4E00-B50C-BBAE38739BCA}" srcOrd="2" destOrd="0" presId="urn:microsoft.com/office/officeart/2018/5/layout/IconCircleLabelList"/>
    <dgm:cxn modelId="{BF03C72D-167B-4714-B5BE-B6C1E8902AC0}" type="presParOf" srcId="{40144993-27F2-4E00-B50C-BBAE38739BCA}" destId="{B0FD21A1-6B5F-4DF2-8445-9C8520DDB4A9}" srcOrd="0" destOrd="0" presId="urn:microsoft.com/office/officeart/2018/5/layout/IconCircleLabelList"/>
    <dgm:cxn modelId="{1848D258-CF34-4AF7-8ECE-A1AF05140AFD}" type="presParOf" srcId="{40144993-27F2-4E00-B50C-BBAE38739BCA}" destId="{6FAA5C0A-0229-40D4-B573-E15E332EA4F1}" srcOrd="1" destOrd="0" presId="urn:microsoft.com/office/officeart/2018/5/layout/IconCircleLabelList"/>
    <dgm:cxn modelId="{AD0E46F8-412E-41AE-A115-DF16BF1D2D63}" type="presParOf" srcId="{40144993-27F2-4E00-B50C-BBAE38739BCA}" destId="{D25A78EF-73DE-41F3-A718-AB891D7F4897}" srcOrd="2" destOrd="0" presId="urn:microsoft.com/office/officeart/2018/5/layout/IconCircleLabelList"/>
    <dgm:cxn modelId="{ED4D656D-8710-4969-8ED1-F84EF981F77E}" type="presParOf" srcId="{40144993-27F2-4E00-B50C-BBAE38739BCA}" destId="{D4EEB4D9-4188-4D2E-8D54-AADE7C2119F8}" srcOrd="3" destOrd="0" presId="urn:microsoft.com/office/officeart/2018/5/layout/IconCircleLabelList"/>
    <dgm:cxn modelId="{EA3C8800-915D-4863-8F97-CE965D5FDC9D}" type="presParOf" srcId="{A7622AB2-9373-4496-9442-7E2D45BA592C}" destId="{3E2FC18B-81B2-4F7B-B8FD-092203964D99}" srcOrd="3" destOrd="0" presId="urn:microsoft.com/office/officeart/2018/5/layout/IconCircleLabelList"/>
    <dgm:cxn modelId="{267A64C8-05AF-4EA8-8B2F-2BF36341AB53}" type="presParOf" srcId="{A7622AB2-9373-4496-9442-7E2D45BA592C}" destId="{2DDD3FA9-61D8-4247-97C4-934E965654CE}" srcOrd="4" destOrd="0" presId="urn:microsoft.com/office/officeart/2018/5/layout/IconCircleLabelList"/>
    <dgm:cxn modelId="{CEF76B07-C596-4FDD-982F-A3C320383C37}" type="presParOf" srcId="{2DDD3FA9-61D8-4247-97C4-934E965654CE}" destId="{B78D375D-B587-400F-83D3-05D01533B8A3}" srcOrd="0" destOrd="0" presId="urn:microsoft.com/office/officeart/2018/5/layout/IconCircleLabelList"/>
    <dgm:cxn modelId="{4B66106A-21A1-4016-91E6-0558EB60DC04}" type="presParOf" srcId="{2DDD3FA9-61D8-4247-97C4-934E965654CE}" destId="{53A78376-570E-473F-B311-D525BBFFCC17}" srcOrd="1" destOrd="0" presId="urn:microsoft.com/office/officeart/2018/5/layout/IconCircleLabelList"/>
    <dgm:cxn modelId="{9A57588F-C110-422A-A7C1-5A6D33D2D28C}" type="presParOf" srcId="{2DDD3FA9-61D8-4247-97C4-934E965654CE}" destId="{D84561DA-37AF-48CA-A58E-0C32DD894E1B}" srcOrd="2" destOrd="0" presId="urn:microsoft.com/office/officeart/2018/5/layout/IconCircleLabelList"/>
    <dgm:cxn modelId="{696408EF-3A89-4061-BA80-1D40988D4585}" type="presParOf" srcId="{2DDD3FA9-61D8-4247-97C4-934E965654CE}" destId="{64FDB78A-EBC0-4A9A-BE8C-591AE1142521}" srcOrd="3" destOrd="0" presId="urn:microsoft.com/office/officeart/2018/5/layout/IconCircleLabelList"/>
    <dgm:cxn modelId="{40DA0D21-C15F-402D-8413-B48EF3F09CA2}" type="presParOf" srcId="{A7622AB2-9373-4496-9442-7E2D45BA592C}" destId="{346DC6ED-BAA8-43BD-876A-E868017982C3}" srcOrd="5" destOrd="0" presId="urn:microsoft.com/office/officeart/2018/5/layout/IconCircleLabelList"/>
    <dgm:cxn modelId="{A5FC46B5-C234-49C1-BC60-99378A5B75F1}" type="presParOf" srcId="{A7622AB2-9373-4496-9442-7E2D45BA592C}" destId="{2C5A119C-4401-4AE3-8E21-B036560B189C}" srcOrd="6" destOrd="0" presId="urn:microsoft.com/office/officeart/2018/5/layout/IconCircleLabelList"/>
    <dgm:cxn modelId="{71184711-6D25-4D2C-B5DF-64893D1D31A2}" type="presParOf" srcId="{2C5A119C-4401-4AE3-8E21-B036560B189C}" destId="{865F32F4-9676-4785-A37A-8A25B2399EDD}" srcOrd="0" destOrd="0" presId="urn:microsoft.com/office/officeart/2018/5/layout/IconCircleLabelList"/>
    <dgm:cxn modelId="{6C5457CD-0764-4B55-841A-F9639398F8C3}" type="presParOf" srcId="{2C5A119C-4401-4AE3-8E21-B036560B189C}" destId="{2B9EEC8F-8517-4E61-8CB1-FE86BACE0148}" srcOrd="1" destOrd="0" presId="urn:microsoft.com/office/officeart/2018/5/layout/IconCircleLabelList"/>
    <dgm:cxn modelId="{7C107270-5685-4F8B-BDB5-F439DFA40F88}" type="presParOf" srcId="{2C5A119C-4401-4AE3-8E21-B036560B189C}" destId="{4CEBE5DD-54E9-443F-8DE5-7294B9556E6A}" srcOrd="2" destOrd="0" presId="urn:microsoft.com/office/officeart/2018/5/layout/IconCircleLabelList"/>
    <dgm:cxn modelId="{4BAADE75-8C40-47D2-B627-E08D381C38DC}" type="presParOf" srcId="{2C5A119C-4401-4AE3-8E21-B036560B189C}" destId="{AA3CA71F-A7C2-4AEA-9E4A-3569DC407BB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FEF4CDB-642B-46A6-94F5-4F26CA63FC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291FF4-2AB4-4497-A385-9698025E8D48}">
      <dgm:prSet/>
      <dgm:spPr/>
      <dgm:t>
        <a:bodyPr/>
        <a:lstStyle/>
        <a:p>
          <a:r>
            <a:rPr lang="nl-NL" dirty="0"/>
            <a:t>Hoe kan je een oscillator “voltage controlled” designen?</a:t>
          </a:r>
          <a:endParaRPr lang="en-US" dirty="0"/>
        </a:p>
      </dgm:t>
    </dgm:pt>
    <dgm:pt modelId="{4C087979-3710-4B0F-8878-792D638F5D16}" type="parTrans" cxnId="{BCCDCA8E-CA8B-4CF3-871B-8B419C88F22C}">
      <dgm:prSet/>
      <dgm:spPr/>
      <dgm:t>
        <a:bodyPr/>
        <a:lstStyle/>
        <a:p>
          <a:endParaRPr lang="en-US"/>
        </a:p>
      </dgm:t>
    </dgm:pt>
    <dgm:pt modelId="{2BF17785-695D-45BB-85D3-5BD1B79979E8}" type="sibTrans" cxnId="{BCCDCA8E-CA8B-4CF3-871B-8B419C88F22C}">
      <dgm:prSet/>
      <dgm:spPr/>
      <dgm:t>
        <a:bodyPr/>
        <a:lstStyle/>
        <a:p>
          <a:endParaRPr lang="en-US"/>
        </a:p>
      </dgm:t>
    </dgm:pt>
    <dgm:pt modelId="{55C1111E-F406-4B8E-AFC9-CD0A524142EB}">
      <dgm:prSet/>
      <dgm:spPr/>
      <dgm:t>
        <a:bodyPr/>
        <a:lstStyle/>
        <a:p>
          <a:r>
            <a:rPr lang="nl-NL" dirty="0"/>
            <a:t>Hoe halen we in ons design 1V/octaaf?</a:t>
          </a:r>
          <a:endParaRPr lang="en-US" dirty="0"/>
        </a:p>
      </dgm:t>
    </dgm:pt>
    <dgm:pt modelId="{B2F1EA92-4BAE-4BD6-963A-D2F70E9D9D80}" type="parTrans" cxnId="{ED4767E2-05AF-43DB-AC1D-E32C86ECC45C}">
      <dgm:prSet/>
      <dgm:spPr/>
      <dgm:t>
        <a:bodyPr/>
        <a:lstStyle/>
        <a:p>
          <a:endParaRPr lang="en-US"/>
        </a:p>
      </dgm:t>
    </dgm:pt>
    <dgm:pt modelId="{22E5B5F8-BF19-4FF4-BD3B-BFB337BECE9F}" type="sibTrans" cxnId="{ED4767E2-05AF-43DB-AC1D-E32C86ECC45C}">
      <dgm:prSet/>
      <dgm:spPr/>
      <dgm:t>
        <a:bodyPr/>
        <a:lstStyle/>
        <a:p>
          <a:endParaRPr lang="en-US"/>
        </a:p>
      </dgm:t>
    </dgm:pt>
    <dgm:pt modelId="{0C5BD507-887E-41F9-A5DF-E39A90B59F0B}">
      <dgm:prSet/>
      <dgm:spPr/>
      <dgm:t>
        <a:bodyPr/>
        <a:lstStyle/>
        <a:p>
          <a:r>
            <a:rPr lang="nl-NL"/>
            <a:t>Welke uitgangspanningen worden van ons verwacht?</a:t>
          </a:r>
          <a:endParaRPr lang="en-US"/>
        </a:p>
      </dgm:t>
    </dgm:pt>
    <dgm:pt modelId="{8928F26E-1E22-4250-97E1-D804FA1EC28F}" type="parTrans" cxnId="{BCFB87A0-524B-415A-8CA0-8FF6A962B4A0}">
      <dgm:prSet/>
      <dgm:spPr/>
      <dgm:t>
        <a:bodyPr/>
        <a:lstStyle/>
        <a:p>
          <a:endParaRPr lang="en-US"/>
        </a:p>
      </dgm:t>
    </dgm:pt>
    <dgm:pt modelId="{272F3867-6E32-4618-A537-827DF098C06A}" type="sibTrans" cxnId="{BCFB87A0-524B-415A-8CA0-8FF6A962B4A0}">
      <dgm:prSet/>
      <dgm:spPr/>
      <dgm:t>
        <a:bodyPr/>
        <a:lstStyle/>
        <a:p>
          <a:endParaRPr lang="en-US"/>
        </a:p>
      </dgm:t>
    </dgm:pt>
    <dgm:pt modelId="{CA43DCA8-92F0-405C-9464-FEFC1B62B0A8}">
      <dgm:prSet/>
      <dgm:spPr/>
      <dgm:t>
        <a:bodyPr/>
        <a:lstStyle/>
        <a:p>
          <a:r>
            <a:rPr lang="nl-NL"/>
            <a:t>Hoe moet het interface eruit zien?</a:t>
          </a:r>
          <a:endParaRPr lang="en-US"/>
        </a:p>
      </dgm:t>
    </dgm:pt>
    <dgm:pt modelId="{7724F8AC-AF15-4756-84E1-89774181D837}" type="parTrans" cxnId="{21BF3DFF-4B13-4BEE-ACBA-DED21BA622AD}">
      <dgm:prSet/>
      <dgm:spPr/>
      <dgm:t>
        <a:bodyPr/>
        <a:lstStyle/>
        <a:p>
          <a:endParaRPr lang="en-US"/>
        </a:p>
      </dgm:t>
    </dgm:pt>
    <dgm:pt modelId="{DE2082AC-E8D0-4F52-BD7F-DC22E284EE51}" type="sibTrans" cxnId="{21BF3DFF-4B13-4BEE-ACBA-DED21BA622AD}">
      <dgm:prSet/>
      <dgm:spPr/>
      <dgm:t>
        <a:bodyPr/>
        <a:lstStyle/>
        <a:p>
          <a:endParaRPr lang="en-US"/>
        </a:p>
      </dgm:t>
    </dgm:pt>
    <dgm:pt modelId="{95E069A2-0203-413A-AF15-F290EC106120}">
      <dgm:prSet/>
      <dgm:spPr/>
      <dgm:t>
        <a:bodyPr/>
        <a:lstStyle/>
        <a:p>
          <a:r>
            <a:rPr lang="nl-NL" dirty="0"/>
            <a:t>Hoe verbinden we de VCO met de andere modules?</a:t>
          </a:r>
        </a:p>
      </dgm:t>
    </dgm:pt>
    <dgm:pt modelId="{AE00091E-DA0E-4397-81AA-B41B37F819AC}" type="parTrans" cxnId="{06A94D00-0842-4E22-B2B7-CDE5B4BBD009}">
      <dgm:prSet/>
      <dgm:spPr/>
      <dgm:t>
        <a:bodyPr/>
        <a:lstStyle/>
        <a:p>
          <a:endParaRPr lang="en-US"/>
        </a:p>
      </dgm:t>
    </dgm:pt>
    <dgm:pt modelId="{B62DD759-27CC-4DB5-B27C-153E3B410188}" type="sibTrans" cxnId="{06A94D00-0842-4E22-B2B7-CDE5B4BBD009}">
      <dgm:prSet/>
      <dgm:spPr/>
      <dgm:t>
        <a:bodyPr/>
        <a:lstStyle/>
        <a:p>
          <a:endParaRPr lang="en-US"/>
        </a:p>
      </dgm:t>
    </dgm:pt>
    <dgm:pt modelId="{67A8B5A3-628A-45B4-B835-1D6629607631}">
      <dgm:prSet/>
      <dgm:spPr/>
      <dgm:t>
        <a:bodyPr/>
        <a:lstStyle/>
        <a:p>
          <a:r>
            <a:rPr lang="nl-NL" dirty="0"/>
            <a:t>Hoe precies moet de VCO zijn?</a:t>
          </a:r>
        </a:p>
      </dgm:t>
    </dgm:pt>
    <dgm:pt modelId="{260F1ACE-4E5B-4F75-BE2B-6B40A38B94A3}" type="parTrans" cxnId="{FB5AB184-7087-451B-B32F-90C6E1BE1571}">
      <dgm:prSet/>
      <dgm:spPr/>
      <dgm:t>
        <a:bodyPr/>
        <a:lstStyle/>
        <a:p>
          <a:endParaRPr lang="nl-NL"/>
        </a:p>
      </dgm:t>
    </dgm:pt>
    <dgm:pt modelId="{0A4B216E-5E68-4C41-BBE2-2964A83E69F4}" type="sibTrans" cxnId="{FB5AB184-7087-451B-B32F-90C6E1BE1571}">
      <dgm:prSet/>
      <dgm:spPr/>
      <dgm:t>
        <a:bodyPr/>
        <a:lstStyle/>
        <a:p>
          <a:endParaRPr lang="nl-NL"/>
        </a:p>
      </dgm:t>
    </dgm:pt>
    <dgm:pt modelId="{6243CA57-1883-4B6C-B5D7-16FE287A44A5}" type="pres">
      <dgm:prSet presAssocID="{EFEF4CDB-642B-46A6-94F5-4F26CA63FC8A}" presName="linear" presStyleCnt="0">
        <dgm:presLayoutVars>
          <dgm:animLvl val="lvl"/>
          <dgm:resizeHandles val="exact"/>
        </dgm:presLayoutVars>
      </dgm:prSet>
      <dgm:spPr/>
    </dgm:pt>
    <dgm:pt modelId="{2F9A6AAB-7E57-426A-AE1C-89DED476DBD7}" type="pres">
      <dgm:prSet presAssocID="{57291FF4-2AB4-4497-A385-9698025E8D48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9FA232FF-7F57-4BD7-A5F8-9172E1D5415D}" type="pres">
      <dgm:prSet presAssocID="{2BF17785-695D-45BB-85D3-5BD1B79979E8}" presName="spacer" presStyleCnt="0"/>
      <dgm:spPr/>
    </dgm:pt>
    <dgm:pt modelId="{AA31F324-735B-4BAA-958C-0BA49B785308}" type="pres">
      <dgm:prSet presAssocID="{55C1111E-F406-4B8E-AFC9-CD0A524142EB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E5B5DA96-7E90-4D76-9E98-E0C3AA73EC5A}" type="pres">
      <dgm:prSet presAssocID="{22E5B5F8-BF19-4FF4-BD3B-BFB337BECE9F}" presName="spacer" presStyleCnt="0"/>
      <dgm:spPr/>
    </dgm:pt>
    <dgm:pt modelId="{2E2B4328-53AE-4501-86BB-A759539E333E}" type="pres">
      <dgm:prSet presAssocID="{0C5BD507-887E-41F9-A5DF-E39A90B59F0B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D82A244F-9CB5-4A58-8FE0-EAA98AC094BC}" type="pres">
      <dgm:prSet presAssocID="{272F3867-6E32-4618-A537-827DF098C06A}" presName="spacer" presStyleCnt="0"/>
      <dgm:spPr/>
    </dgm:pt>
    <dgm:pt modelId="{6A0F142F-7209-47F2-936F-110ACCEE931E}" type="pres">
      <dgm:prSet presAssocID="{CA43DCA8-92F0-405C-9464-FEFC1B62B0A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771EBB4-9749-40A0-9336-151F8B721748}" type="pres">
      <dgm:prSet presAssocID="{DE2082AC-E8D0-4F52-BD7F-DC22E284EE51}" presName="spacer" presStyleCnt="0"/>
      <dgm:spPr/>
    </dgm:pt>
    <dgm:pt modelId="{A0BB279B-AF4E-4B86-BB5A-1B5ABFBF48E5}" type="pres">
      <dgm:prSet presAssocID="{95E069A2-0203-413A-AF15-F290EC10612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8B9D9C6-3FE8-48E6-9EDF-2C73370FFC39}" type="pres">
      <dgm:prSet presAssocID="{B62DD759-27CC-4DB5-B27C-153E3B410188}" presName="spacer" presStyleCnt="0"/>
      <dgm:spPr/>
    </dgm:pt>
    <dgm:pt modelId="{78334A3E-7B4B-41ED-8300-70D2128ADCAF}" type="pres">
      <dgm:prSet presAssocID="{67A8B5A3-628A-45B4-B835-1D6629607631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6A94D00-0842-4E22-B2B7-CDE5B4BBD009}" srcId="{EFEF4CDB-642B-46A6-94F5-4F26CA63FC8A}" destId="{95E069A2-0203-413A-AF15-F290EC106120}" srcOrd="4" destOrd="0" parTransId="{AE00091E-DA0E-4397-81AA-B41B37F819AC}" sibTransId="{B62DD759-27CC-4DB5-B27C-153E3B410188}"/>
    <dgm:cxn modelId="{DADAF62D-E7AF-4615-AC92-A6D7170AAAF3}" type="presOf" srcId="{95E069A2-0203-413A-AF15-F290EC106120}" destId="{A0BB279B-AF4E-4B86-BB5A-1B5ABFBF48E5}" srcOrd="0" destOrd="0" presId="urn:microsoft.com/office/officeart/2005/8/layout/vList2"/>
    <dgm:cxn modelId="{37A2AE48-D6E6-4386-9FFF-AC2DE7DE65F5}" type="presOf" srcId="{0C5BD507-887E-41F9-A5DF-E39A90B59F0B}" destId="{2E2B4328-53AE-4501-86BB-A759539E333E}" srcOrd="0" destOrd="0" presId="urn:microsoft.com/office/officeart/2005/8/layout/vList2"/>
    <dgm:cxn modelId="{3C01A581-41EA-4E0A-BFC3-97457BBE7CAD}" type="presOf" srcId="{55C1111E-F406-4B8E-AFC9-CD0A524142EB}" destId="{AA31F324-735B-4BAA-958C-0BA49B785308}" srcOrd="0" destOrd="0" presId="urn:microsoft.com/office/officeart/2005/8/layout/vList2"/>
    <dgm:cxn modelId="{FB5AB184-7087-451B-B32F-90C6E1BE1571}" srcId="{EFEF4CDB-642B-46A6-94F5-4F26CA63FC8A}" destId="{67A8B5A3-628A-45B4-B835-1D6629607631}" srcOrd="5" destOrd="0" parTransId="{260F1ACE-4E5B-4F75-BE2B-6B40A38B94A3}" sibTransId="{0A4B216E-5E68-4C41-BBE2-2964A83E69F4}"/>
    <dgm:cxn modelId="{BCCDCA8E-CA8B-4CF3-871B-8B419C88F22C}" srcId="{EFEF4CDB-642B-46A6-94F5-4F26CA63FC8A}" destId="{57291FF4-2AB4-4497-A385-9698025E8D48}" srcOrd="0" destOrd="0" parTransId="{4C087979-3710-4B0F-8878-792D638F5D16}" sibTransId="{2BF17785-695D-45BB-85D3-5BD1B79979E8}"/>
    <dgm:cxn modelId="{975F9695-7C69-4FC8-9A31-2D7C36D31100}" type="presOf" srcId="{67A8B5A3-628A-45B4-B835-1D6629607631}" destId="{78334A3E-7B4B-41ED-8300-70D2128ADCAF}" srcOrd="0" destOrd="0" presId="urn:microsoft.com/office/officeart/2005/8/layout/vList2"/>
    <dgm:cxn modelId="{BCFB87A0-524B-415A-8CA0-8FF6A962B4A0}" srcId="{EFEF4CDB-642B-46A6-94F5-4F26CA63FC8A}" destId="{0C5BD507-887E-41F9-A5DF-E39A90B59F0B}" srcOrd="2" destOrd="0" parTransId="{8928F26E-1E22-4250-97E1-D804FA1EC28F}" sibTransId="{272F3867-6E32-4618-A537-827DF098C06A}"/>
    <dgm:cxn modelId="{5A1222CA-0CFC-499E-8285-631A78F4E0D8}" type="presOf" srcId="{57291FF4-2AB4-4497-A385-9698025E8D48}" destId="{2F9A6AAB-7E57-426A-AE1C-89DED476DBD7}" srcOrd="0" destOrd="0" presId="urn:microsoft.com/office/officeart/2005/8/layout/vList2"/>
    <dgm:cxn modelId="{9FE893D4-630B-41CA-B365-A4F7201E5C98}" type="presOf" srcId="{EFEF4CDB-642B-46A6-94F5-4F26CA63FC8A}" destId="{6243CA57-1883-4B6C-B5D7-16FE287A44A5}" srcOrd="0" destOrd="0" presId="urn:microsoft.com/office/officeart/2005/8/layout/vList2"/>
    <dgm:cxn modelId="{ED4767E2-05AF-43DB-AC1D-E32C86ECC45C}" srcId="{EFEF4CDB-642B-46A6-94F5-4F26CA63FC8A}" destId="{55C1111E-F406-4B8E-AFC9-CD0A524142EB}" srcOrd="1" destOrd="0" parTransId="{B2F1EA92-4BAE-4BD6-963A-D2F70E9D9D80}" sibTransId="{22E5B5F8-BF19-4FF4-BD3B-BFB337BECE9F}"/>
    <dgm:cxn modelId="{7CEEB2F3-146A-4C57-B270-EF2871435FD8}" type="presOf" srcId="{CA43DCA8-92F0-405C-9464-FEFC1B62B0A8}" destId="{6A0F142F-7209-47F2-936F-110ACCEE931E}" srcOrd="0" destOrd="0" presId="urn:microsoft.com/office/officeart/2005/8/layout/vList2"/>
    <dgm:cxn modelId="{21BF3DFF-4B13-4BEE-ACBA-DED21BA622AD}" srcId="{EFEF4CDB-642B-46A6-94F5-4F26CA63FC8A}" destId="{CA43DCA8-92F0-405C-9464-FEFC1B62B0A8}" srcOrd="3" destOrd="0" parTransId="{7724F8AC-AF15-4756-84E1-89774181D837}" sibTransId="{DE2082AC-E8D0-4F52-BD7F-DC22E284EE51}"/>
    <dgm:cxn modelId="{E24DA88C-E401-4E20-B76A-958F839C1FFA}" type="presParOf" srcId="{6243CA57-1883-4B6C-B5D7-16FE287A44A5}" destId="{2F9A6AAB-7E57-426A-AE1C-89DED476DBD7}" srcOrd="0" destOrd="0" presId="urn:microsoft.com/office/officeart/2005/8/layout/vList2"/>
    <dgm:cxn modelId="{12EB2C27-52C6-4782-B107-EFB579D2BF5B}" type="presParOf" srcId="{6243CA57-1883-4B6C-B5D7-16FE287A44A5}" destId="{9FA232FF-7F57-4BD7-A5F8-9172E1D5415D}" srcOrd="1" destOrd="0" presId="urn:microsoft.com/office/officeart/2005/8/layout/vList2"/>
    <dgm:cxn modelId="{DED21F4E-A899-4BE5-82B0-7D2CDBA30988}" type="presParOf" srcId="{6243CA57-1883-4B6C-B5D7-16FE287A44A5}" destId="{AA31F324-735B-4BAA-958C-0BA49B785308}" srcOrd="2" destOrd="0" presId="urn:microsoft.com/office/officeart/2005/8/layout/vList2"/>
    <dgm:cxn modelId="{22614EBE-0BBC-4CCC-AF05-6D8BEED9EE4C}" type="presParOf" srcId="{6243CA57-1883-4B6C-B5D7-16FE287A44A5}" destId="{E5B5DA96-7E90-4D76-9E98-E0C3AA73EC5A}" srcOrd="3" destOrd="0" presId="urn:microsoft.com/office/officeart/2005/8/layout/vList2"/>
    <dgm:cxn modelId="{DD15CEC2-C1FD-4B92-8ABD-4227CE2838B3}" type="presParOf" srcId="{6243CA57-1883-4B6C-B5D7-16FE287A44A5}" destId="{2E2B4328-53AE-4501-86BB-A759539E333E}" srcOrd="4" destOrd="0" presId="urn:microsoft.com/office/officeart/2005/8/layout/vList2"/>
    <dgm:cxn modelId="{F367291B-1BF0-4319-BDFA-B67B0DBC63D9}" type="presParOf" srcId="{6243CA57-1883-4B6C-B5D7-16FE287A44A5}" destId="{D82A244F-9CB5-4A58-8FE0-EAA98AC094BC}" srcOrd="5" destOrd="0" presId="urn:microsoft.com/office/officeart/2005/8/layout/vList2"/>
    <dgm:cxn modelId="{53B309FC-621D-4146-8340-E769A956B790}" type="presParOf" srcId="{6243CA57-1883-4B6C-B5D7-16FE287A44A5}" destId="{6A0F142F-7209-47F2-936F-110ACCEE931E}" srcOrd="6" destOrd="0" presId="urn:microsoft.com/office/officeart/2005/8/layout/vList2"/>
    <dgm:cxn modelId="{2EBBE019-373B-4885-81E4-BA867EF8AB77}" type="presParOf" srcId="{6243CA57-1883-4B6C-B5D7-16FE287A44A5}" destId="{A771EBB4-9749-40A0-9336-151F8B721748}" srcOrd="7" destOrd="0" presId="urn:microsoft.com/office/officeart/2005/8/layout/vList2"/>
    <dgm:cxn modelId="{FF6B3BB3-3F4E-4AEA-84DA-614BCB1C4BB2}" type="presParOf" srcId="{6243CA57-1883-4B6C-B5D7-16FE287A44A5}" destId="{A0BB279B-AF4E-4B86-BB5A-1B5ABFBF48E5}" srcOrd="8" destOrd="0" presId="urn:microsoft.com/office/officeart/2005/8/layout/vList2"/>
    <dgm:cxn modelId="{B5F1969E-CA35-42CB-A54E-8A795D0F3FBA}" type="presParOf" srcId="{6243CA57-1883-4B6C-B5D7-16FE287A44A5}" destId="{08B9D9C6-3FE8-48E6-9EDF-2C73370FFC39}" srcOrd="9" destOrd="0" presId="urn:microsoft.com/office/officeart/2005/8/layout/vList2"/>
    <dgm:cxn modelId="{99147788-AC54-410D-AE18-ABD17EF4853D}" type="presParOf" srcId="{6243CA57-1883-4B6C-B5D7-16FE287A44A5}" destId="{78334A3E-7B4B-41ED-8300-70D2128ADCAF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10E796-B7CF-463D-B0A9-94E59148D4F4}">
      <dsp:nvSpPr>
        <dsp:cNvPr id="0" name=""/>
        <dsp:cNvSpPr/>
      </dsp:nvSpPr>
      <dsp:spPr>
        <a:xfrm>
          <a:off x="562927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E4F4B1-EF33-4AF1-80D2-5B1458C6C0B6}">
      <dsp:nvSpPr>
        <dsp:cNvPr id="0" name=""/>
        <dsp:cNvSpPr/>
      </dsp:nvSpPr>
      <dsp:spPr>
        <a:xfrm>
          <a:off x="87109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045FBC-A709-44B0-AC49-97110E7B576A}">
      <dsp:nvSpPr>
        <dsp:cNvPr id="0" name=""/>
        <dsp:cNvSpPr/>
      </dsp:nvSpPr>
      <dsp:spPr>
        <a:xfrm>
          <a:off x="10068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/>
            <a:t>Stroom en spanningslimieten.</a:t>
          </a:r>
          <a:endParaRPr lang="en-US" sz="1400" kern="1200"/>
        </a:p>
      </dsp:txBody>
      <dsp:txXfrm>
        <a:off x="100682" y="2432898"/>
        <a:ext cx="2370489" cy="720000"/>
      </dsp:txXfrm>
    </dsp:sp>
    <dsp:sp modelId="{B0FD21A1-6B5F-4DF2-8445-9C8520DDB4A9}">
      <dsp:nvSpPr>
        <dsp:cNvPr id="0" name=""/>
        <dsp:cNvSpPr/>
      </dsp:nvSpPr>
      <dsp:spPr>
        <a:xfrm>
          <a:off x="3348252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A5C0A-0229-40D4-B573-E15E332EA4F1}">
      <dsp:nvSpPr>
        <dsp:cNvPr id="0" name=""/>
        <dsp:cNvSpPr/>
      </dsp:nvSpPr>
      <dsp:spPr>
        <a:xfrm>
          <a:off x="365641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EEB4D9-4188-4D2E-8D54-AADE7C2119F8}">
      <dsp:nvSpPr>
        <dsp:cNvPr id="0" name=""/>
        <dsp:cNvSpPr/>
      </dsp:nvSpPr>
      <dsp:spPr>
        <a:xfrm>
          <a:off x="288600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/>
            <a:t>Budget van 50 euro.</a:t>
          </a:r>
          <a:endParaRPr lang="en-US" sz="1400" kern="1200"/>
        </a:p>
      </dsp:txBody>
      <dsp:txXfrm>
        <a:off x="2886007" y="2432898"/>
        <a:ext cx="2370489" cy="720000"/>
      </dsp:txXfrm>
    </dsp:sp>
    <dsp:sp modelId="{B78D375D-B587-400F-83D3-05D01533B8A3}">
      <dsp:nvSpPr>
        <dsp:cNvPr id="0" name=""/>
        <dsp:cNvSpPr/>
      </dsp:nvSpPr>
      <dsp:spPr>
        <a:xfrm>
          <a:off x="6133577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A78376-570E-473F-B311-D525BBFFCC17}">
      <dsp:nvSpPr>
        <dsp:cNvPr id="0" name=""/>
        <dsp:cNvSpPr/>
      </dsp:nvSpPr>
      <dsp:spPr>
        <a:xfrm>
          <a:off x="6441741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DB78A-EBC0-4A9A-BE8C-591AE1142521}">
      <dsp:nvSpPr>
        <dsp:cNvPr id="0" name=""/>
        <dsp:cNvSpPr/>
      </dsp:nvSpPr>
      <dsp:spPr>
        <a:xfrm>
          <a:off x="567133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 dirty="0"/>
            <a:t>Geen kant en klare componenten. (devboards</a:t>
          </a:r>
          <a:r>
            <a:rPr lang="nl-NL" sz="1400" kern="1200"/>
            <a:t>, Modules </a:t>
          </a:r>
          <a:r>
            <a:rPr lang="nl-NL" sz="1400" kern="1200" dirty="0"/>
            <a:t>ETC)</a:t>
          </a:r>
          <a:endParaRPr lang="en-US" sz="1400" kern="1200" dirty="0"/>
        </a:p>
      </dsp:txBody>
      <dsp:txXfrm>
        <a:off x="5671332" y="2432898"/>
        <a:ext cx="2370489" cy="720000"/>
      </dsp:txXfrm>
    </dsp:sp>
    <dsp:sp modelId="{865F32F4-9676-4785-A37A-8A25B2399EDD}">
      <dsp:nvSpPr>
        <dsp:cNvPr id="0" name=""/>
        <dsp:cNvSpPr/>
      </dsp:nvSpPr>
      <dsp:spPr>
        <a:xfrm>
          <a:off x="8918902" y="5365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9EEC8F-8517-4E61-8CB1-FE86BACE0148}">
      <dsp:nvSpPr>
        <dsp:cNvPr id="0" name=""/>
        <dsp:cNvSpPr/>
      </dsp:nvSpPr>
      <dsp:spPr>
        <a:xfrm>
          <a:off x="9227066" y="8446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CA71F-A7C2-4AEA-9E4A-3569DC407BBE}">
      <dsp:nvSpPr>
        <dsp:cNvPr id="0" name=""/>
        <dsp:cNvSpPr/>
      </dsp:nvSpPr>
      <dsp:spPr>
        <a:xfrm>
          <a:off x="845665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nl-NL" sz="1400" kern="1200"/>
            <a:t>Uiteindelijke afmetingen van het volledige design.</a:t>
          </a:r>
          <a:endParaRPr lang="en-US" sz="1400" kern="1200"/>
        </a:p>
      </dsp:txBody>
      <dsp:txXfrm>
        <a:off x="8456657" y="2432898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9A6AAB-7E57-426A-AE1C-89DED476DBD7}">
      <dsp:nvSpPr>
        <dsp:cNvPr id="0" name=""/>
        <dsp:cNvSpPr/>
      </dsp:nvSpPr>
      <dsp:spPr>
        <a:xfrm>
          <a:off x="0" y="72611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600" kern="1200" dirty="0"/>
            <a:t>Hoe kan je een oscillator “voltage controlled” designen?</a:t>
          </a:r>
          <a:endParaRPr lang="en-US" sz="2600" kern="1200" dirty="0"/>
        </a:p>
      </dsp:txBody>
      <dsp:txXfrm>
        <a:off x="31185" y="103796"/>
        <a:ext cx="10453230" cy="576450"/>
      </dsp:txXfrm>
    </dsp:sp>
    <dsp:sp modelId="{AA31F324-735B-4BAA-958C-0BA49B785308}">
      <dsp:nvSpPr>
        <dsp:cNvPr id="0" name=""/>
        <dsp:cNvSpPr/>
      </dsp:nvSpPr>
      <dsp:spPr>
        <a:xfrm>
          <a:off x="0" y="786311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600" kern="1200" dirty="0"/>
            <a:t>Hoe halen we in ons design 1V/octaaf?</a:t>
          </a:r>
          <a:endParaRPr lang="en-US" sz="2600" kern="1200" dirty="0"/>
        </a:p>
      </dsp:txBody>
      <dsp:txXfrm>
        <a:off x="31185" y="817496"/>
        <a:ext cx="10453230" cy="576450"/>
      </dsp:txXfrm>
    </dsp:sp>
    <dsp:sp modelId="{2E2B4328-53AE-4501-86BB-A759539E333E}">
      <dsp:nvSpPr>
        <dsp:cNvPr id="0" name=""/>
        <dsp:cNvSpPr/>
      </dsp:nvSpPr>
      <dsp:spPr>
        <a:xfrm>
          <a:off x="0" y="1500011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600" kern="1200"/>
            <a:t>Welke uitgangspanningen worden van ons verwacht?</a:t>
          </a:r>
          <a:endParaRPr lang="en-US" sz="2600" kern="1200"/>
        </a:p>
      </dsp:txBody>
      <dsp:txXfrm>
        <a:off x="31185" y="1531196"/>
        <a:ext cx="10453230" cy="576450"/>
      </dsp:txXfrm>
    </dsp:sp>
    <dsp:sp modelId="{6A0F142F-7209-47F2-936F-110ACCEE931E}">
      <dsp:nvSpPr>
        <dsp:cNvPr id="0" name=""/>
        <dsp:cNvSpPr/>
      </dsp:nvSpPr>
      <dsp:spPr>
        <a:xfrm>
          <a:off x="0" y="2213712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600" kern="1200"/>
            <a:t>Hoe moet het interface eruit zien?</a:t>
          </a:r>
          <a:endParaRPr lang="en-US" sz="2600" kern="1200"/>
        </a:p>
      </dsp:txBody>
      <dsp:txXfrm>
        <a:off x="31185" y="2244897"/>
        <a:ext cx="10453230" cy="576450"/>
      </dsp:txXfrm>
    </dsp:sp>
    <dsp:sp modelId="{A0BB279B-AF4E-4B86-BB5A-1B5ABFBF48E5}">
      <dsp:nvSpPr>
        <dsp:cNvPr id="0" name=""/>
        <dsp:cNvSpPr/>
      </dsp:nvSpPr>
      <dsp:spPr>
        <a:xfrm>
          <a:off x="0" y="2927412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600" kern="1200" dirty="0"/>
            <a:t>Hoe verbinden we de VCO met de andere modules?</a:t>
          </a:r>
        </a:p>
      </dsp:txBody>
      <dsp:txXfrm>
        <a:off x="31185" y="2958597"/>
        <a:ext cx="10453230" cy="576450"/>
      </dsp:txXfrm>
    </dsp:sp>
    <dsp:sp modelId="{78334A3E-7B4B-41ED-8300-70D2128ADCAF}">
      <dsp:nvSpPr>
        <dsp:cNvPr id="0" name=""/>
        <dsp:cNvSpPr/>
      </dsp:nvSpPr>
      <dsp:spPr>
        <a:xfrm>
          <a:off x="0" y="3641112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l-NL" sz="2600" kern="1200" dirty="0"/>
            <a:t>Hoe precies moet de VCO zijn?</a:t>
          </a:r>
        </a:p>
      </dsp:txBody>
      <dsp:txXfrm>
        <a:off x="31185" y="3672297"/>
        <a:ext cx="10453230" cy="576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75CD0E-95ED-8598-4570-51FDA7860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7B1D89E-1C43-B5C2-3E78-C2892A184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F5E691E-A185-410B-F8F1-280BC5338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18-9-2024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A497B8E-24D3-8CC7-C85A-F83C72C8F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AA3A236-CE20-1017-DA64-44707AD2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0170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B1502F-F787-AF7F-F7AD-A02B7CF0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C56BE7-CF25-9211-9CB3-E45EBCA44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54EDDB-AC09-956D-B592-A4AE3AA64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18-9-2024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DC30CB4-CCBE-DD6F-AD7A-250BEA90D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C161141-543A-5887-BB51-CA8F458A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1716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06442B-6B54-1B10-EA33-7AE896692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9A9C4BE-010A-ABB9-E80C-DBC83DD1B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5763975-5BA7-B482-399D-386E3FB5D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18-9-2024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3E38AD4-838D-D877-5D3A-AD3AC0DE6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0DAFB73-3B6A-B6DA-708B-2E9EDC591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1251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EF72D1-272B-FD53-1BD3-F9DE5BCC6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5E7A3B7-C5D4-1D9E-416F-575C228410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FD05BF5-9623-0BE0-99A0-F0233E1F7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8DE692C-29D6-3F93-1752-0FF2543D6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18-9-2024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92F5595-42FE-648C-DB04-607A8732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E8639E5-72C8-EE2A-1FF3-A13805A8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6537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48DA54-DAFE-0EE8-5FAF-35C024486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8D6C317-ACA7-2FC3-DD2C-5E94FADF9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366FBA1-626A-0B03-3445-90A03F6B0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6A06CCF-9757-B7D4-9320-F05D269AD5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A6BA6716-CFE8-D034-85C2-CB8BB38AD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96CFB79-1FB4-8BD4-BF3D-A2A52DE3B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18-9-2024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9652F01B-1742-70A5-C866-0B64CB896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744F5D8-06E5-84B9-3161-728A80BD4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3663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8ACB44-4B22-993D-EF82-769747DAD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8A95351-FDA3-9DDD-9C79-829668FC5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18-9-2024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587AB1F-8447-1B7E-85C4-8A10E7E9C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1F39C47-8ACA-EE02-9E78-530ACF95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6101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2439F54-5FCD-3552-77E4-B852CA9DA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18-9-2024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343C369-98FF-FF4A-F266-A3B81F1A7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1833601-56E8-746D-536C-59D01752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9823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7BA4E9-B4B2-999C-18BA-763470F65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516105C-0BE1-7F68-4645-62B497C63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46E2A78-56D8-35E2-B824-FED645EE0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7BFF4F1-602A-46B9-05EC-EFEC0B4A0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18-9-2024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3D9689E-798C-4916-1AE5-6387B7568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FD7B4EA-6C58-75BA-A5A2-1A9BF78D6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9667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7B4423-CB15-D7EF-A14B-C2890E6A5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1E2D67A9-A405-FBCF-35BF-3BCA4B439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A588094-B9E6-6107-0C7F-5FFD2F67D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389F866-6956-62F0-B59B-046B65E75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18-9-2024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4AC7F24-92BD-507A-A103-47CFF2637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355C2F4-7E9B-5BA8-24E3-595B907A2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6917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8358FC-3E47-E488-03B3-DD0317E89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8CB4C48-4C34-5398-17DF-5EF6C9863A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695CCF2-60D2-2CF2-81DB-DE640DAA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18-9-2024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3097BC-AA70-932E-42EF-91C901206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DFDFCE4-DA3E-4D46-32E5-2CB292D73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055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75ED9E42-2C06-F051-016A-543B9FF1A1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535A6EB2-0173-994B-154E-34F6713AA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860C6D1-96BB-086F-9E9B-2797F467A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F36F5-B3D0-4638-B174-D5D333E67D42}" type="datetimeFigureOut">
              <a:rPr lang="nl-NL" smtClean="0"/>
              <a:t>18-9-2024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14C8C8C-4018-DAA2-4720-076526E3C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1CA116D-35C2-BC8F-E531-E7B88C266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9170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E60DC1B-2DDF-E7B6-855E-A912219EA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6A36A9E-22F5-1343-A45B-693AC08C3C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1EFC587-C084-E4F4-A8A4-75D7F86BFA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F36F5-B3D0-4638-B174-D5D333E67D42}" type="datetimeFigureOut">
              <a:rPr lang="nl-NL" smtClean="0"/>
              <a:t>18-9-2024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782E312-A4F4-D60D-EFED-84AF5AFC4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5B52BD1-3E8A-6782-B789-F41F44667C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16D27D-21A4-4D4D-A04D-FFF8CA6B011D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0482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8A31EB-EB36-AF22-F4C9-2D56E4CE7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nl-NL" sz="4800">
                <a:solidFill>
                  <a:srgbClr val="FFFFFF"/>
                </a:solidFill>
              </a:rPr>
              <a:t>Modulaire Synthesizer, VCO</a:t>
            </a:r>
            <a:br>
              <a:rPr lang="nl-NL" sz="4800">
                <a:solidFill>
                  <a:srgbClr val="FFFFFF"/>
                </a:solidFill>
              </a:rPr>
            </a:br>
            <a:r>
              <a:rPr lang="nl-NL" sz="4800">
                <a:solidFill>
                  <a:srgbClr val="FFFFFF"/>
                </a:solidFill>
              </a:rPr>
              <a:t>Plan van aanpak</a:t>
            </a: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F6C6F14-274A-102B-ED69-7875D935A0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496424"/>
            <a:ext cx="4393278" cy="1275938"/>
          </a:xfrm>
        </p:spPr>
        <p:txBody>
          <a:bodyPr anchor="t">
            <a:normAutofit fontScale="77500" lnSpcReduction="20000"/>
          </a:bodyPr>
          <a:lstStyle/>
          <a:p>
            <a:pPr algn="l">
              <a:lnSpc>
                <a:spcPct val="100000"/>
              </a:lnSpc>
            </a:pPr>
            <a:r>
              <a:rPr lang="nl-NL" dirty="0">
                <a:solidFill>
                  <a:srgbClr val="FFFFFF"/>
                </a:solidFill>
              </a:rPr>
              <a:t>Thijn Berkhoff – 1198746</a:t>
            </a:r>
          </a:p>
          <a:p>
            <a:pPr algn="l">
              <a:lnSpc>
                <a:spcPct val="100000"/>
              </a:lnSpc>
            </a:pPr>
            <a:r>
              <a:rPr lang="nl-NL" dirty="0">
                <a:solidFill>
                  <a:srgbClr val="FFFFFF"/>
                </a:solidFill>
              </a:rPr>
              <a:t>Ralph Hänninger – 1197535	</a:t>
            </a:r>
          </a:p>
          <a:p>
            <a:pPr algn="l">
              <a:lnSpc>
                <a:spcPct val="100000"/>
              </a:lnSpc>
            </a:pPr>
            <a:r>
              <a:rPr lang="nl-NL" dirty="0">
                <a:solidFill>
                  <a:srgbClr val="FFFFFF"/>
                </a:solidFill>
              </a:rPr>
              <a:t>Begeleid door Marco Winkelman en Richard Rosing</a:t>
            </a:r>
          </a:p>
          <a:p>
            <a:pPr algn="l"/>
            <a:endParaRPr lang="nl-NL" dirty="0">
              <a:solidFill>
                <a:srgbClr val="FFFFFF"/>
              </a:solidFill>
            </a:endParaRPr>
          </a:p>
          <a:p>
            <a:pPr algn="l"/>
            <a:endParaRPr lang="nl-NL" sz="1700" dirty="0">
              <a:solidFill>
                <a:srgbClr val="FFFFFF"/>
              </a:solidFill>
            </a:endParaRPr>
          </a:p>
        </p:txBody>
      </p:sp>
      <p:sp>
        <p:nvSpPr>
          <p:cNvPr id="1041" name="Oval 1040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Mijn startpagina">
            <a:extLst>
              <a:ext uri="{FF2B5EF4-FFF2-40B4-BE49-F238E27FC236}">
                <a16:creationId xmlns:a16="http://schemas.microsoft.com/office/drawing/2014/main" id="{BAAB9480-6CAA-23EF-36F4-5EF3E7A06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0559" y="2525210"/>
            <a:ext cx="3737164" cy="182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613F1F95-8AEB-FA91-2657-1D7F72CF0920}"/>
              </a:ext>
            </a:extLst>
          </p:cNvPr>
          <p:cNvSpPr txBox="1"/>
          <p:nvPr/>
        </p:nvSpPr>
        <p:spPr>
          <a:xfrm>
            <a:off x="10058400" y="5606792"/>
            <a:ext cx="21335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</a:rPr>
              <a:t>11-9-2024</a:t>
            </a:r>
          </a:p>
          <a:p>
            <a:r>
              <a:rPr lang="nl-NL" dirty="0">
                <a:solidFill>
                  <a:schemeClr val="bg1"/>
                </a:solidFill>
              </a:rPr>
              <a:t>Zwolle</a:t>
            </a:r>
          </a:p>
        </p:txBody>
      </p:sp>
    </p:spTree>
    <p:extLst>
      <p:ext uri="{BB962C8B-B14F-4D97-AF65-F5344CB8AC3E}">
        <p14:creationId xmlns:p14="http://schemas.microsoft.com/office/powerpoint/2010/main" val="3144201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F3A58F-B115-3698-838F-F954BC5FA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nl-NL" sz="4000">
                <a:solidFill>
                  <a:srgbClr val="FFFFFF"/>
                </a:solidFill>
              </a:rPr>
              <a:t>Inhoudsopgave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EE8673C-D64D-2657-1661-17AB489AE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sz="2000"/>
              <a:t>Achtergrond project</a:t>
            </a:r>
          </a:p>
          <a:p>
            <a:r>
              <a:rPr lang="nl-NL" sz="2000"/>
              <a:t>Doelstelling project</a:t>
            </a:r>
          </a:p>
          <a:p>
            <a:r>
              <a:rPr lang="nl-NL" sz="2000"/>
              <a:t>Programma van eisen</a:t>
            </a:r>
          </a:p>
          <a:p>
            <a:r>
              <a:rPr lang="nl-NL" sz="2000"/>
              <a:t>Schema’s</a:t>
            </a:r>
          </a:p>
          <a:p>
            <a:r>
              <a:rPr lang="nl-NL" sz="2000"/>
              <a:t>Probleemstelling en onderzoeksvragen</a:t>
            </a:r>
          </a:p>
          <a:p>
            <a:r>
              <a:rPr lang="nl-NL" sz="2000"/>
              <a:t>Projectgrenzen en randwaarden</a:t>
            </a:r>
          </a:p>
          <a:p>
            <a:pPr marL="0" indent="0">
              <a:buNone/>
            </a:pPr>
            <a:endParaRPr lang="nl-NL" sz="2000"/>
          </a:p>
          <a:p>
            <a:endParaRPr lang="nl-NL" sz="2000"/>
          </a:p>
        </p:txBody>
      </p:sp>
    </p:spTree>
    <p:extLst>
      <p:ext uri="{BB962C8B-B14F-4D97-AF65-F5344CB8AC3E}">
        <p14:creationId xmlns:p14="http://schemas.microsoft.com/office/powerpoint/2010/main" val="545346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engpaneel">
            <a:extLst>
              <a:ext uri="{FF2B5EF4-FFF2-40B4-BE49-F238E27FC236}">
                <a16:creationId xmlns:a16="http://schemas.microsoft.com/office/drawing/2014/main" id="{2519530C-FB99-0DF3-49AC-7EFEC3D593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60" r="11581" b="-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7F74C4D-817C-A1BD-C198-0E1CA7E21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nl-NL" sz="4000"/>
              <a:t>Achtergrond project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57863C7-5536-1FF3-8D87-A69C1D629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7428" y="2955437"/>
            <a:ext cx="5247340" cy="3496878"/>
          </a:xfrm>
        </p:spPr>
        <p:txBody>
          <a:bodyPr anchor="ctr">
            <a:normAutofit fontScale="92500" lnSpcReduction="20000"/>
          </a:bodyPr>
          <a:lstStyle/>
          <a:p>
            <a:r>
              <a:rPr lang="nl-NL" sz="2000" dirty="0"/>
              <a:t>De volledige opdracht is om samen met andere duo’s een modulaire synthesizer te maken.</a:t>
            </a:r>
          </a:p>
          <a:p>
            <a:r>
              <a:rPr lang="nl-NL" sz="2000" dirty="0"/>
              <a:t>Onze opdracht is om een “voltage controlled oscillator” te maken.</a:t>
            </a:r>
          </a:p>
          <a:p>
            <a:r>
              <a:rPr lang="nl-NL" sz="2000" dirty="0"/>
              <a:t>De aanleiding is het vak project ingenieursbureau.</a:t>
            </a:r>
          </a:p>
          <a:p>
            <a:r>
              <a:rPr lang="nl-NL" sz="2000" dirty="0"/>
              <a:t>Stakeholders:</a:t>
            </a:r>
          </a:p>
          <a:p>
            <a:pPr lvl="1"/>
            <a:r>
              <a:rPr lang="nl-NL" sz="2000" dirty="0"/>
              <a:t>Marco Winkelman</a:t>
            </a:r>
          </a:p>
          <a:p>
            <a:pPr lvl="1"/>
            <a:r>
              <a:rPr lang="nl-NL" sz="2000" dirty="0"/>
              <a:t>Richard Rosing</a:t>
            </a:r>
          </a:p>
          <a:p>
            <a:pPr lvl="1"/>
            <a:r>
              <a:rPr lang="nl-NL" sz="2000" dirty="0"/>
              <a:t>Gebruikers van de VCO</a:t>
            </a:r>
          </a:p>
          <a:p>
            <a:pPr lvl="1"/>
            <a:r>
              <a:rPr lang="nl-NL" sz="2000" dirty="0"/>
              <a:t>Andere modules in de synthesizer</a:t>
            </a:r>
          </a:p>
          <a:p>
            <a:pPr lvl="1"/>
            <a:r>
              <a:rPr lang="nl-NL" sz="2000" dirty="0"/>
              <a:t>PCB fabrikant</a:t>
            </a:r>
          </a:p>
          <a:p>
            <a:pPr lvl="1"/>
            <a:endParaRPr lang="nl-NL" sz="2000" dirty="0"/>
          </a:p>
          <a:p>
            <a:pPr lvl="1"/>
            <a:endParaRPr lang="nl-NL" sz="2000" dirty="0"/>
          </a:p>
          <a:p>
            <a:endParaRPr lang="nl-NL" sz="2000" dirty="0"/>
          </a:p>
          <a:p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804721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chtergrond met printplaat">
            <a:extLst>
              <a:ext uri="{FF2B5EF4-FFF2-40B4-BE49-F238E27FC236}">
                <a16:creationId xmlns:a16="http://schemas.microsoft.com/office/drawing/2014/main" id="{032B5B05-DD0C-A495-500C-68E1B37081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46" r="40993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97054F6-B44E-1C38-E9BF-2A12C6252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nl-NL" sz="4000"/>
              <a:t>Doelstelling project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2AD8B1E-6AA5-E66A-3B5B-CC1B10586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sz="2000"/>
              <a:t>Einde van het project: volledige VCO-module.</a:t>
            </a:r>
          </a:p>
          <a:p>
            <a:r>
              <a:rPr lang="nl-NL" sz="2000"/>
              <a:t>Persoonlijke doelen,</a:t>
            </a:r>
          </a:p>
          <a:p>
            <a:pPr lvl="1"/>
            <a:r>
              <a:rPr lang="nl-NL" sz="2000"/>
              <a:t>Thijn: meer inzicht en kennis analoge elektronica.</a:t>
            </a:r>
          </a:p>
          <a:p>
            <a:pPr lvl="1"/>
            <a:r>
              <a:rPr lang="nl-NL" sz="2000"/>
              <a:t>Ralph: het begrijpen en gebruiken van analoge elektronica.</a:t>
            </a:r>
          </a:p>
        </p:txBody>
      </p:sp>
    </p:spTree>
    <p:extLst>
      <p:ext uri="{BB962C8B-B14F-4D97-AF65-F5344CB8AC3E}">
        <p14:creationId xmlns:p14="http://schemas.microsoft.com/office/powerpoint/2010/main" val="595114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0B5875-F347-90F7-5DAA-0444943B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Programma van eisen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8BAA618-E7A7-286A-BB72-80F66C6EF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Functionele eisen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556BFE94-27B8-EC97-3F64-60E60AD2B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2671762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nl-NL" dirty="0"/>
              <a:t>1v / octaaf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2 uitgangssignalen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Ten minste blok, driehoek en zaagsignalen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Budget van 50 euro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Moet samen kunnen werken met de andere modules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Instelbare Lineariteit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Instelbaar zaagsignaal</a:t>
            </a:r>
          </a:p>
          <a:p>
            <a:pPr marL="514350" indent="-514350">
              <a:buFont typeface="+mj-lt"/>
              <a:buAutoNum type="arabicPeriod"/>
            </a:pPr>
            <a:endParaRPr lang="nl-NL" dirty="0"/>
          </a:p>
          <a:p>
            <a:pPr marL="514350" indent="-514350">
              <a:buFont typeface="+mj-lt"/>
              <a:buAutoNum type="arabicPeriod"/>
            </a:pPr>
            <a:endParaRPr lang="nl-NL" dirty="0"/>
          </a:p>
          <a:p>
            <a:pPr marL="514350" indent="-514350">
              <a:buFont typeface="+mj-lt"/>
              <a:buAutoNum type="arabicPeriod"/>
            </a:pP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EF30A81-BB1F-C4D8-DFB8-8CE439F232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nl-NL" dirty="0"/>
              <a:t>Niet-functionele eisen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7C2932E-EBC7-D937-B050-165F9706C1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2839811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nl-NL" dirty="0"/>
              <a:t>Enige stroombeveiliging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Bescherming op in- en outputs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Zo klein mogelijke PCB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Elektronica moet op een bepaalde manier zichtbaar zijn</a:t>
            </a:r>
          </a:p>
          <a:p>
            <a:pPr marL="514350" indent="-514350">
              <a:buFont typeface="+mj-lt"/>
              <a:buAutoNum type="arabicPeriod"/>
            </a:pPr>
            <a:r>
              <a:rPr lang="nl-NL" dirty="0"/>
              <a:t>Aanwezigheid van onderhoudspotentiometers tegen warmtevervorming</a:t>
            </a:r>
          </a:p>
        </p:txBody>
      </p:sp>
    </p:spTree>
    <p:extLst>
      <p:ext uri="{BB962C8B-B14F-4D97-AF65-F5344CB8AC3E}">
        <p14:creationId xmlns:p14="http://schemas.microsoft.com/office/powerpoint/2010/main" val="3221757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8B68077-AFCE-AA34-B303-5A18087C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nl-NL" sz="4000" dirty="0">
                <a:solidFill>
                  <a:srgbClr val="FFFFFF"/>
                </a:solidFill>
              </a:rPr>
              <a:t>Beperkingen</a:t>
            </a:r>
          </a:p>
        </p:txBody>
      </p:sp>
      <p:graphicFrame>
        <p:nvGraphicFramePr>
          <p:cNvPr id="5" name="Tijdelijke aanduiding voor inhoud 2">
            <a:extLst>
              <a:ext uri="{FF2B5EF4-FFF2-40B4-BE49-F238E27FC236}">
                <a16:creationId xmlns:a16="http://schemas.microsoft.com/office/drawing/2014/main" id="{2D78C05E-72A1-41FA-2A47-E3F15FF552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087304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5763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FAFC04-8B15-6652-590F-D394337B9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Blokschema</a:t>
            </a:r>
          </a:p>
        </p:txBody>
      </p:sp>
      <p:pic>
        <p:nvPicPr>
          <p:cNvPr id="6" name="Tijdelijke aanduiding voor inhoud 5" descr="Afbeelding met diagram, tekst, Plan, Technische tekening&#10;&#10;Automatisch gegenereerde beschrijving">
            <a:extLst>
              <a:ext uri="{FF2B5EF4-FFF2-40B4-BE49-F238E27FC236}">
                <a16:creationId xmlns:a16="http://schemas.microsoft.com/office/drawing/2014/main" id="{F83F6508-C6C8-03E0-9778-21EC05D388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529669"/>
            <a:ext cx="7225748" cy="579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20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3A13F21-4B1E-4961-2CD3-DD5F74BA5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Usecase schema</a:t>
            </a:r>
          </a:p>
        </p:txBody>
      </p:sp>
      <p:pic>
        <p:nvPicPr>
          <p:cNvPr id="6" name="Tijdelijke aanduiding voor inhoud 5" descr="Afbeelding met tekst, diagram, lijn, Parallel&#10;&#10;Automatisch gegenereerde beschrijving">
            <a:extLst>
              <a:ext uri="{FF2B5EF4-FFF2-40B4-BE49-F238E27FC236}">
                <a16:creationId xmlns:a16="http://schemas.microsoft.com/office/drawing/2014/main" id="{BEB35CF1-75C3-2ACE-0F03-01471AC17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7" y="478712"/>
            <a:ext cx="6318403" cy="5917659"/>
          </a:xfrm>
        </p:spPr>
      </p:pic>
    </p:spTree>
    <p:extLst>
      <p:ext uri="{BB962C8B-B14F-4D97-AF65-F5344CB8AC3E}">
        <p14:creationId xmlns:p14="http://schemas.microsoft.com/office/powerpoint/2010/main" val="932850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462BBB-135A-14D9-FD90-E00E35CBB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nl-NL" sz="4800"/>
              <a:t>Probleemstelling en onderzoeksvragen.</a:t>
            </a:r>
          </a:p>
        </p:txBody>
      </p:sp>
      <p:graphicFrame>
        <p:nvGraphicFramePr>
          <p:cNvPr id="6" name="Tijdelijke aanduiding voor inhoud 2">
            <a:extLst>
              <a:ext uri="{FF2B5EF4-FFF2-40B4-BE49-F238E27FC236}">
                <a16:creationId xmlns:a16="http://schemas.microsoft.com/office/drawing/2014/main" id="{A13FA4F9-E2A1-DBB5-D284-6F9FEDA81C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7147239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09434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35C40FA-C278-A226-9153-9AFD84D4E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nl-NL" sz="3100">
                <a:solidFill>
                  <a:srgbClr val="FFFFFF"/>
                </a:solidFill>
              </a:rPr>
              <a:t>Projectgrenzen en randvoorwaarden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8547CE0-5162-B1A8-8759-A5673778A8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nl-NL" sz="2000" b="1" dirty="0"/>
              <a:t>Binnen ons project valt:</a:t>
            </a:r>
          </a:p>
          <a:p>
            <a:r>
              <a:rPr lang="nl-NL" sz="2000" dirty="0"/>
              <a:t>Het designen en ontwerpen van een dubbele VCO</a:t>
            </a:r>
          </a:p>
          <a:p>
            <a:r>
              <a:rPr lang="nl-NL" sz="2000" dirty="0"/>
              <a:t>2 uitgangssignalen met variabele golven</a:t>
            </a:r>
          </a:p>
          <a:p>
            <a:r>
              <a:rPr lang="nl-NL" sz="2000" dirty="0"/>
              <a:t>Het krijgen van 1V / octaaf</a:t>
            </a:r>
          </a:p>
          <a:p>
            <a:r>
              <a:rPr lang="nl-NL" sz="2000" dirty="0"/>
              <a:t>Een duidelijk interface designen</a:t>
            </a:r>
          </a:p>
          <a:p>
            <a:pPr marL="0" indent="0">
              <a:buNone/>
            </a:pPr>
            <a:r>
              <a:rPr lang="nl-NL" sz="2000" b="1" dirty="0"/>
              <a:t>Buitens ons project valt:</a:t>
            </a:r>
          </a:p>
          <a:p>
            <a:r>
              <a:rPr lang="nl-NL" sz="2000" dirty="0"/>
              <a:t>De DC-inputspanningen.</a:t>
            </a:r>
          </a:p>
          <a:p>
            <a:pPr marL="0" indent="0">
              <a:buNone/>
            </a:pPr>
            <a:r>
              <a:rPr lang="nl-NL" sz="2000" b="1" dirty="0"/>
              <a:t>Het project is een succes als:</a:t>
            </a:r>
          </a:p>
          <a:p>
            <a:r>
              <a:rPr lang="nl-NL" sz="2000" dirty="0"/>
              <a:t>De VCO volledig operationeel is met de andere modules.</a:t>
            </a:r>
          </a:p>
          <a:p>
            <a:endParaRPr lang="nl-NL" sz="2000" dirty="0"/>
          </a:p>
          <a:p>
            <a:endParaRPr lang="nl-NL" sz="2000" dirty="0"/>
          </a:p>
          <a:p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2873747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039B49-5ED3-CD16-4F5E-F1C603399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nl-NL" sz="4800" dirty="0">
                <a:solidFill>
                  <a:srgbClr val="FFFFFF"/>
                </a:solidFill>
              </a:rPr>
              <a:t>EINDE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FFD5D78F-BE15-0C10-A997-0EFA1A629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/>
          </a:bodyPr>
          <a:lstStyle/>
          <a:p>
            <a:pPr algn="l"/>
            <a:endParaRPr lang="nl-NL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5004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CE2B21-FE1E-4924-BFB3-99C147BCAEB4}">
  <we:reference id="63122bca-865b-4357-9480-5ee950fd84e5" version="1.0.0.8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F9E7CE3F605F48808338EA777146EA" ma:contentTypeVersion="5" ma:contentTypeDescription="Create a new document." ma:contentTypeScope="" ma:versionID="217c49094ded4ebd19e67447b15a2670">
  <xsd:schema xmlns:xsd="http://www.w3.org/2001/XMLSchema" xmlns:xs="http://www.w3.org/2001/XMLSchema" xmlns:p="http://schemas.microsoft.com/office/2006/metadata/properties" xmlns:ns3="e6cbb9ec-7a5a-47df-86da-2fdb804d39dc" targetNamespace="http://schemas.microsoft.com/office/2006/metadata/properties" ma:root="true" ma:fieldsID="46dd601ebcd42aa2a2dcceb619a0821a" ns3:_="">
    <xsd:import namespace="e6cbb9ec-7a5a-47df-86da-2fdb804d39d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cbb9ec-7a5a-47df-86da-2fdb804d39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6cbb9ec-7a5a-47df-86da-2fdb804d39d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569452-983C-4652-9992-8056A3EAC480}">
  <ds:schemaRefs>
    <ds:schemaRef ds:uri="e6cbb9ec-7a5a-47df-86da-2fdb804d39d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342DDA7-19A7-4887-B268-E1C2C11C4BF4}">
  <ds:schemaRefs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e6cbb9ec-7a5a-47df-86da-2fdb804d39dc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89CD83A-BF59-49E4-9B28-5CEB5DF05AF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36377b7-70c4-4493-a338-095918d327e9}" enabled="0" method="" siteId="{e36377b7-70c4-4493-a338-095918d327e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2096</TotalTime>
  <Words>332</Words>
  <Application>Microsoft Office PowerPoint</Application>
  <PresentationFormat>Breedbeeld</PresentationFormat>
  <Paragraphs>72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Kantoorthema</vt:lpstr>
      <vt:lpstr>Modulaire Synthesizer, VCO Plan van aanpak</vt:lpstr>
      <vt:lpstr>Inhoudsopgave</vt:lpstr>
      <vt:lpstr>Achtergrond project</vt:lpstr>
      <vt:lpstr>Doelstelling project</vt:lpstr>
      <vt:lpstr>Programma van eisen</vt:lpstr>
      <vt:lpstr>Beperkingen</vt:lpstr>
      <vt:lpstr>Blokschema</vt:lpstr>
      <vt:lpstr>Usecase schema</vt:lpstr>
      <vt:lpstr>Probleemstelling en onderzoeksvragen.</vt:lpstr>
      <vt:lpstr>Projectgrenzen en randvoorwaarden</vt:lpstr>
      <vt:lpstr>EINDE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Modulaire Synthesizer, VCO Plan van aanpak</dc:title>
  <dc:creator>Thijn Berkhoff (student)</dc:creator>
  <cp:lastModifiedBy>Thijn Berkhoff (student)</cp:lastModifiedBy>
  <cp:revision>6</cp:revision>
  <dcterms:created xsi:type="dcterms:W3CDTF">2024-09-02T11:00:33Z</dcterms:created>
  <dcterms:modified xsi:type="dcterms:W3CDTF">2024-09-18T07:35:28Z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0x010100A8F9E7CE3F605F48808338EA777146EA</vt:lpwstr>
  </property>
</Properties>
</file>