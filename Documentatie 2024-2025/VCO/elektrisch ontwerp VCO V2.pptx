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59" r:id="rId6"/>
    <p:sldId id="260" r:id="rId7"/>
    <p:sldId id="262" r:id="rId8"/>
    <p:sldId id="261" r:id="rId9"/>
    <p:sldId id="274" r:id="rId10"/>
    <p:sldId id="267" r:id="rId11"/>
    <p:sldId id="268" r:id="rId12"/>
    <p:sldId id="269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2F093E-0EDC-488B-B684-7EB6FEC2BEE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826A4F-12ED-423A-B281-E3B64BD7999A}">
      <dgm:prSet/>
      <dgm:spPr/>
      <dgm:t>
        <a:bodyPr/>
        <a:lstStyle/>
        <a:p>
          <a:pPr rtl="0"/>
          <a:r>
            <a:rPr lang="en-US" dirty="0"/>
            <a:t>Opdracht: samen met verschillende modules een synthesizer maken</a:t>
          </a:r>
        </a:p>
      </dgm:t>
    </dgm:pt>
    <dgm:pt modelId="{5D7F64A2-4409-4D16-B1A0-F83C35A3D6E0}" type="parTrans" cxnId="{43184D4A-9B98-4CD8-B141-7F934EAA255B}">
      <dgm:prSet/>
      <dgm:spPr/>
      <dgm:t>
        <a:bodyPr/>
        <a:lstStyle/>
        <a:p>
          <a:endParaRPr lang="en-US"/>
        </a:p>
      </dgm:t>
    </dgm:pt>
    <dgm:pt modelId="{F3872A60-6C73-474A-8F65-A27C92CB7230}" type="sibTrans" cxnId="{43184D4A-9B98-4CD8-B141-7F934EAA255B}">
      <dgm:prSet/>
      <dgm:spPr/>
      <dgm:t>
        <a:bodyPr/>
        <a:lstStyle/>
        <a:p>
          <a:endParaRPr lang="en-US"/>
        </a:p>
      </dgm:t>
    </dgm:pt>
    <dgm:pt modelId="{5DCEF96B-92A9-4637-B8F5-76C9D0A1E342}">
      <dgm:prSet/>
      <dgm:spPr/>
      <dgm:t>
        <a:bodyPr/>
        <a:lstStyle/>
        <a:p>
          <a:r>
            <a:rPr lang="en-US" dirty="0"/>
            <a:t>Doelstelling: het maken van een werkende VCO die op de andere modules aansluit</a:t>
          </a:r>
        </a:p>
      </dgm:t>
    </dgm:pt>
    <dgm:pt modelId="{B55D1907-D159-40FE-A78B-BDB64782634A}" type="parTrans" cxnId="{AF240D9C-E93B-4C06-A422-B75055F9FA55}">
      <dgm:prSet/>
      <dgm:spPr/>
      <dgm:t>
        <a:bodyPr/>
        <a:lstStyle/>
        <a:p>
          <a:endParaRPr lang="en-US"/>
        </a:p>
      </dgm:t>
    </dgm:pt>
    <dgm:pt modelId="{7C0514EE-AEC8-4B76-9132-99A9D1EC14EA}" type="sibTrans" cxnId="{AF240D9C-E93B-4C06-A422-B75055F9FA55}">
      <dgm:prSet/>
      <dgm:spPr/>
      <dgm:t>
        <a:bodyPr/>
        <a:lstStyle/>
        <a:p>
          <a:endParaRPr lang="en-US"/>
        </a:p>
      </dgm:t>
    </dgm:pt>
    <dgm:pt modelId="{8C5624B3-7281-4EFF-A34D-739EFFB4B057}" type="pres">
      <dgm:prSet presAssocID="{F82F093E-0EDC-488B-B684-7EB6FEC2BE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EF92B9-A669-45F8-BD11-05A2BB9674B0}" type="pres">
      <dgm:prSet presAssocID="{EC826A4F-12ED-423A-B281-E3B64BD7999A}" presName="hierRoot1" presStyleCnt="0"/>
      <dgm:spPr/>
    </dgm:pt>
    <dgm:pt modelId="{6A0E0EE3-77D9-4B90-9F65-112AACBCB1BC}" type="pres">
      <dgm:prSet presAssocID="{EC826A4F-12ED-423A-B281-E3B64BD7999A}" presName="composite" presStyleCnt="0"/>
      <dgm:spPr/>
    </dgm:pt>
    <dgm:pt modelId="{E49ABD29-6EA0-42E2-9B65-4CF21A9EBF33}" type="pres">
      <dgm:prSet presAssocID="{EC826A4F-12ED-423A-B281-E3B64BD7999A}" presName="background" presStyleLbl="node0" presStyleIdx="0" presStyleCnt="2"/>
      <dgm:spPr/>
    </dgm:pt>
    <dgm:pt modelId="{7D56FA40-7E71-4B91-9F3C-FB270E3ACB2B}" type="pres">
      <dgm:prSet presAssocID="{EC826A4F-12ED-423A-B281-E3B64BD7999A}" presName="text" presStyleLbl="fgAcc0" presStyleIdx="0" presStyleCnt="2">
        <dgm:presLayoutVars>
          <dgm:chPref val="3"/>
        </dgm:presLayoutVars>
      </dgm:prSet>
      <dgm:spPr/>
    </dgm:pt>
    <dgm:pt modelId="{78DE0BE5-A1D9-4542-B0A0-F30E7AA8728E}" type="pres">
      <dgm:prSet presAssocID="{EC826A4F-12ED-423A-B281-E3B64BD7999A}" presName="hierChild2" presStyleCnt="0"/>
      <dgm:spPr/>
    </dgm:pt>
    <dgm:pt modelId="{5E241B4A-A7CF-4F5B-AB33-364A092520B5}" type="pres">
      <dgm:prSet presAssocID="{5DCEF96B-92A9-4637-B8F5-76C9D0A1E342}" presName="hierRoot1" presStyleCnt="0"/>
      <dgm:spPr/>
    </dgm:pt>
    <dgm:pt modelId="{282DD089-C208-4904-A793-98249E9E8882}" type="pres">
      <dgm:prSet presAssocID="{5DCEF96B-92A9-4637-B8F5-76C9D0A1E342}" presName="composite" presStyleCnt="0"/>
      <dgm:spPr/>
    </dgm:pt>
    <dgm:pt modelId="{98B30E40-FA14-42E3-B014-96112248F000}" type="pres">
      <dgm:prSet presAssocID="{5DCEF96B-92A9-4637-B8F5-76C9D0A1E342}" presName="background" presStyleLbl="node0" presStyleIdx="1" presStyleCnt="2"/>
      <dgm:spPr/>
    </dgm:pt>
    <dgm:pt modelId="{F900FA4D-488E-4BA7-A227-65D056D0711E}" type="pres">
      <dgm:prSet presAssocID="{5DCEF96B-92A9-4637-B8F5-76C9D0A1E342}" presName="text" presStyleLbl="fgAcc0" presStyleIdx="1" presStyleCnt="2">
        <dgm:presLayoutVars>
          <dgm:chPref val="3"/>
        </dgm:presLayoutVars>
      </dgm:prSet>
      <dgm:spPr/>
    </dgm:pt>
    <dgm:pt modelId="{04CD57F2-1CAE-4248-8AF9-F597C97C9B38}" type="pres">
      <dgm:prSet presAssocID="{5DCEF96B-92A9-4637-B8F5-76C9D0A1E342}" presName="hierChild2" presStyleCnt="0"/>
      <dgm:spPr/>
    </dgm:pt>
  </dgm:ptLst>
  <dgm:cxnLst>
    <dgm:cxn modelId="{43184D4A-9B98-4CD8-B141-7F934EAA255B}" srcId="{F82F093E-0EDC-488B-B684-7EB6FEC2BEE6}" destId="{EC826A4F-12ED-423A-B281-E3B64BD7999A}" srcOrd="0" destOrd="0" parTransId="{5D7F64A2-4409-4D16-B1A0-F83C35A3D6E0}" sibTransId="{F3872A60-6C73-474A-8F65-A27C92CB7230}"/>
    <dgm:cxn modelId="{C60EE88D-2B4F-41FC-B3F7-D98E564B0E98}" type="presOf" srcId="{EC826A4F-12ED-423A-B281-E3B64BD7999A}" destId="{7D56FA40-7E71-4B91-9F3C-FB270E3ACB2B}" srcOrd="0" destOrd="0" presId="urn:microsoft.com/office/officeart/2005/8/layout/hierarchy1"/>
    <dgm:cxn modelId="{AF240D9C-E93B-4C06-A422-B75055F9FA55}" srcId="{F82F093E-0EDC-488B-B684-7EB6FEC2BEE6}" destId="{5DCEF96B-92A9-4637-B8F5-76C9D0A1E342}" srcOrd="1" destOrd="0" parTransId="{B55D1907-D159-40FE-A78B-BDB64782634A}" sibTransId="{7C0514EE-AEC8-4B76-9132-99A9D1EC14EA}"/>
    <dgm:cxn modelId="{5A81DADE-A8BE-4505-B123-139AA43FCD20}" type="presOf" srcId="{5DCEF96B-92A9-4637-B8F5-76C9D0A1E342}" destId="{F900FA4D-488E-4BA7-A227-65D056D0711E}" srcOrd="0" destOrd="0" presId="urn:microsoft.com/office/officeart/2005/8/layout/hierarchy1"/>
    <dgm:cxn modelId="{ABB8D8FB-971C-425E-9CDB-70639789AB1F}" type="presOf" srcId="{F82F093E-0EDC-488B-B684-7EB6FEC2BEE6}" destId="{8C5624B3-7281-4EFF-A34D-739EFFB4B057}" srcOrd="0" destOrd="0" presId="urn:microsoft.com/office/officeart/2005/8/layout/hierarchy1"/>
    <dgm:cxn modelId="{7927E19E-8B6E-435C-87CF-26A976C06157}" type="presParOf" srcId="{8C5624B3-7281-4EFF-A34D-739EFFB4B057}" destId="{40EF92B9-A669-45F8-BD11-05A2BB9674B0}" srcOrd="0" destOrd="0" presId="urn:microsoft.com/office/officeart/2005/8/layout/hierarchy1"/>
    <dgm:cxn modelId="{A537E575-E56C-4CE8-95A3-AA2DAA155646}" type="presParOf" srcId="{40EF92B9-A669-45F8-BD11-05A2BB9674B0}" destId="{6A0E0EE3-77D9-4B90-9F65-112AACBCB1BC}" srcOrd="0" destOrd="0" presId="urn:microsoft.com/office/officeart/2005/8/layout/hierarchy1"/>
    <dgm:cxn modelId="{C9EC31E5-AADE-4E39-BBA1-EDC91D50CDF5}" type="presParOf" srcId="{6A0E0EE3-77D9-4B90-9F65-112AACBCB1BC}" destId="{E49ABD29-6EA0-42E2-9B65-4CF21A9EBF33}" srcOrd="0" destOrd="0" presId="urn:microsoft.com/office/officeart/2005/8/layout/hierarchy1"/>
    <dgm:cxn modelId="{4FECCDC2-3812-42B2-B635-92738022A83D}" type="presParOf" srcId="{6A0E0EE3-77D9-4B90-9F65-112AACBCB1BC}" destId="{7D56FA40-7E71-4B91-9F3C-FB270E3ACB2B}" srcOrd="1" destOrd="0" presId="urn:microsoft.com/office/officeart/2005/8/layout/hierarchy1"/>
    <dgm:cxn modelId="{DB9FB273-E60D-4DF0-A1F5-6CC1B3ACDB6D}" type="presParOf" srcId="{40EF92B9-A669-45F8-BD11-05A2BB9674B0}" destId="{78DE0BE5-A1D9-4542-B0A0-F30E7AA8728E}" srcOrd="1" destOrd="0" presId="urn:microsoft.com/office/officeart/2005/8/layout/hierarchy1"/>
    <dgm:cxn modelId="{F5501762-F92C-4638-A62F-EBF4600A846E}" type="presParOf" srcId="{8C5624B3-7281-4EFF-A34D-739EFFB4B057}" destId="{5E241B4A-A7CF-4F5B-AB33-364A092520B5}" srcOrd="1" destOrd="0" presId="urn:microsoft.com/office/officeart/2005/8/layout/hierarchy1"/>
    <dgm:cxn modelId="{8B7CD976-6CF3-4103-AC05-B9677FCB5DC3}" type="presParOf" srcId="{5E241B4A-A7CF-4F5B-AB33-364A092520B5}" destId="{282DD089-C208-4904-A793-98249E9E8882}" srcOrd="0" destOrd="0" presId="urn:microsoft.com/office/officeart/2005/8/layout/hierarchy1"/>
    <dgm:cxn modelId="{3CB356AF-E7CE-49A9-8595-47BC99388EFC}" type="presParOf" srcId="{282DD089-C208-4904-A793-98249E9E8882}" destId="{98B30E40-FA14-42E3-B014-96112248F000}" srcOrd="0" destOrd="0" presId="urn:microsoft.com/office/officeart/2005/8/layout/hierarchy1"/>
    <dgm:cxn modelId="{033BFA27-6C76-45C4-B610-BB0906B8E86B}" type="presParOf" srcId="{282DD089-C208-4904-A793-98249E9E8882}" destId="{F900FA4D-488E-4BA7-A227-65D056D0711E}" srcOrd="1" destOrd="0" presId="urn:microsoft.com/office/officeart/2005/8/layout/hierarchy1"/>
    <dgm:cxn modelId="{E89123D5-858A-4677-9CEC-BFBD8A6D956E}" type="presParOf" srcId="{5E241B4A-A7CF-4F5B-AB33-364A092520B5}" destId="{04CD57F2-1CAE-4248-8AF9-F597C97C9B3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7D7162-C66F-4945-A374-44417379248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EF8787-A249-4BDC-90FF-9DCCA8717ED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Stroom en spanningslimieten.</a:t>
          </a:r>
          <a:endParaRPr lang="en-US" dirty="0"/>
        </a:p>
      </dgm:t>
    </dgm:pt>
    <dgm:pt modelId="{702A8397-A162-4BD8-8550-D930D61E6530}" type="parTrans" cxnId="{32A7A329-3AAE-48E4-8CA6-29627A7321EA}">
      <dgm:prSet/>
      <dgm:spPr/>
      <dgm:t>
        <a:bodyPr/>
        <a:lstStyle/>
        <a:p>
          <a:endParaRPr lang="en-US"/>
        </a:p>
      </dgm:t>
    </dgm:pt>
    <dgm:pt modelId="{D6121BFA-8C24-4E19-AE35-9AE7C34422F8}" type="sibTrans" cxnId="{32A7A329-3AAE-48E4-8CA6-29627A7321EA}">
      <dgm:prSet/>
      <dgm:spPr/>
      <dgm:t>
        <a:bodyPr/>
        <a:lstStyle/>
        <a:p>
          <a:endParaRPr lang="en-US"/>
        </a:p>
      </dgm:t>
    </dgm:pt>
    <dgm:pt modelId="{B0B42C53-526D-49E8-9B47-265EE076FC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Budget van 50 euro.</a:t>
          </a:r>
          <a:endParaRPr lang="en-US" dirty="0"/>
        </a:p>
      </dgm:t>
    </dgm:pt>
    <dgm:pt modelId="{525B6CDD-E4CE-4375-9A3A-4C9070184FE6}" type="parTrans" cxnId="{D8F9C839-70F6-4396-896F-2042C0F5524C}">
      <dgm:prSet/>
      <dgm:spPr/>
      <dgm:t>
        <a:bodyPr/>
        <a:lstStyle/>
        <a:p>
          <a:endParaRPr lang="en-US"/>
        </a:p>
      </dgm:t>
    </dgm:pt>
    <dgm:pt modelId="{95E2AC70-3A16-48F1-BC2E-BF337661D890}" type="sibTrans" cxnId="{D8F9C839-70F6-4396-896F-2042C0F5524C}">
      <dgm:prSet/>
      <dgm:spPr/>
      <dgm:t>
        <a:bodyPr/>
        <a:lstStyle/>
        <a:p>
          <a:endParaRPr lang="en-US"/>
        </a:p>
      </dgm:t>
    </dgm:pt>
    <dgm:pt modelId="{ECB5F9AC-9B42-45B7-9CE7-69FB75863C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Geen kant en klare componenten. (devboards, Modules ETC)</a:t>
          </a:r>
          <a:endParaRPr lang="en-US" dirty="0"/>
        </a:p>
      </dgm:t>
    </dgm:pt>
    <dgm:pt modelId="{F93EDB5A-C1BE-4593-B228-DE1B5654400C}" type="parTrans" cxnId="{FE368E5E-D13B-4BC4-9D5B-50BC1C1CBBC8}">
      <dgm:prSet/>
      <dgm:spPr/>
      <dgm:t>
        <a:bodyPr/>
        <a:lstStyle/>
        <a:p>
          <a:endParaRPr lang="en-US"/>
        </a:p>
      </dgm:t>
    </dgm:pt>
    <dgm:pt modelId="{F41D37A2-79C5-4DA9-9318-0635BC2CB761}" type="sibTrans" cxnId="{FE368E5E-D13B-4BC4-9D5B-50BC1C1CBBC8}">
      <dgm:prSet/>
      <dgm:spPr/>
      <dgm:t>
        <a:bodyPr/>
        <a:lstStyle/>
        <a:p>
          <a:endParaRPr lang="en-US"/>
        </a:p>
      </dgm:t>
    </dgm:pt>
    <dgm:pt modelId="{D96E19C3-8C4C-4B63-B84C-2C4C882CB5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Uiteindelijke afmetingen van het volledige design.</a:t>
          </a:r>
          <a:endParaRPr lang="en-US" dirty="0"/>
        </a:p>
      </dgm:t>
    </dgm:pt>
    <dgm:pt modelId="{742DE33F-490D-407C-B135-F8E72806E7A3}" type="parTrans" cxnId="{ED38DDA4-63EF-4E63-BB28-9A09A66683DB}">
      <dgm:prSet/>
      <dgm:spPr/>
      <dgm:t>
        <a:bodyPr/>
        <a:lstStyle/>
        <a:p>
          <a:endParaRPr lang="en-US"/>
        </a:p>
      </dgm:t>
    </dgm:pt>
    <dgm:pt modelId="{FD966093-13E9-4D7F-865A-3C1092429B19}" type="sibTrans" cxnId="{ED38DDA4-63EF-4E63-BB28-9A09A66683DB}">
      <dgm:prSet/>
      <dgm:spPr/>
      <dgm:t>
        <a:bodyPr/>
        <a:lstStyle/>
        <a:p>
          <a:endParaRPr lang="en-US"/>
        </a:p>
      </dgm:t>
    </dgm:pt>
    <dgm:pt modelId="{A7622AB2-9373-4496-9442-7E2D45BA592C}" type="pres">
      <dgm:prSet presAssocID="{1E7D7162-C66F-4945-A374-444173792484}" presName="root" presStyleCnt="0">
        <dgm:presLayoutVars>
          <dgm:dir/>
          <dgm:resizeHandles val="exact"/>
        </dgm:presLayoutVars>
      </dgm:prSet>
      <dgm:spPr/>
    </dgm:pt>
    <dgm:pt modelId="{79C5265F-6B60-43D1-A58B-0A12BA2CF70E}" type="pres">
      <dgm:prSet presAssocID="{54EF8787-A249-4BDC-90FF-9DCCA8717ED4}" presName="compNode" presStyleCnt="0"/>
      <dgm:spPr/>
    </dgm:pt>
    <dgm:pt modelId="{6F10E796-B7CF-463D-B0A9-94E59148D4F4}" type="pres">
      <dgm:prSet presAssocID="{54EF8787-A249-4BDC-90FF-9DCCA8717ED4}" presName="iconBgRect" presStyleLbl="bgShp" presStyleIdx="0" presStyleCnt="4"/>
      <dgm:spPr/>
    </dgm:pt>
    <dgm:pt modelId="{B6E4F4B1-EF33-4AF1-80D2-5B1458C6C0B6}" type="pres">
      <dgm:prSet presAssocID="{54EF8787-A249-4BDC-90FF-9DCCA8717E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angesloten Losgekoppeld met effen opvulling"/>
        </a:ext>
      </dgm:extLst>
    </dgm:pt>
    <dgm:pt modelId="{6A3A61F6-7A97-4C9B-89BB-26AF5F806A26}" type="pres">
      <dgm:prSet presAssocID="{54EF8787-A249-4BDC-90FF-9DCCA8717ED4}" presName="spaceRect" presStyleCnt="0"/>
      <dgm:spPr/>
    </dgm:pt>
    <dgm:pt modelId="{F5045FBC-A709-44B0-AC49-97110E7B576A}" type="pres">
      <dgm:prSet presAssocID="{54EF8787-A249-4BDC-90FF-9DCCA8717ED4}" presName="textRect" presStyleLbl="revTx" presStyleIdx="0" presStyleCnt="4">
        <dgm:presLayoutVars>
          <dgm:chMax val="1"/>
          <dgm:chPref val="1"/>
        </dgm:presLayoutVars>
      </dgm:prSet>
      <dgm:spPr/>
    </dgm:pt>
    <dgm:pt modelId="{A15BF4B3-7EC9-4826-9B96-13042FA40016}" type="pres">
      <dgm:prSet presAssocID="{D6121BFA-8C24-4E19-AE35-9AE7C34422F8}" presName="sibTrans" presStyleCnt="0"/>
      <dgm:spPr/>
    </dgm:pt>
    <dgm:pt modelId="{40144993-27F2-4E00-B50C-BBAE38739BCA}" type="pres">
      <dgm:prSet presAssocID="{B0B42C53-526D-49E8-9B47-265EE076FCC4}" presName="compNode" presStyleCnt="0"/>
      <dgm:spPr/>
    </dgm:pt>
    <dgm:pt modelId="{B0FD21A1-6B5F-4DF2-8445-9C8520DDB4A9}" type="pres">
      <dgm:prSet presAssocID="{B0B42C53-526D-49E8-9B47-265EE076FCC4}" presName="iconBgRect" presStyleLbl="bgShp" presStyleIdx="1" presStyleCnt="4"/>
      <dgm:spPr/>
    </dgm:pt>
    <dgm:pt modelId="{6FAA5C0A-0229-40D4-B573-E15E332EA4F1}" type="pres">
      <dgm:prSet presAssocID="{B0B42C53-526D-49E8-9B47-265EE076FC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nten"/>
        </a:ext>
      </dgm:extLst>
    </dgm:pt>
    <dgm:pt modelId="{D25A78EF-73DE-41F3-A718-AB891D7F4897}" type="pres">
      <dgm:prSet presAssocID="{B0B42C53-526D-49E8-9B47-265EE076FCC4}" presName="spaceRect" presStyleCnt="0"/>
      <dgm:spPr/>
    </dgm:pt>
    <dgm:pt modelId="{D4EEB4D9-4188-4D2E-8D54-AADE7C2119F8}" type="pres">
      <dgm:prSet presAssocID="{B0B42C53-526D-49E8-9B47-265EE076FCC4}" presName="textRect" presStyleLbl="revTx" presStyleIdx="1" presStyleCnt="4">
        <dgm:presLayoutVars>
          <dgm:chMax val="1"/>
          <dgm:chPref val="1"/>
        </dgm:presLayoutVars>
      </dgm:prSet>
      <dgm:spPr/>
    </dgm:pt>
    <dgm:pt modelId="{3E2FC18B-81B2-4F7B-B8FD-092203964D99}" type="pres">
      <dgm:prSet presAssocID="{95E2AC70-3A16-48F1-BC2E-BF337661D890}" presName="sibTrans" presStyleCnt="0"/>
      <dgm:spPr/>
    </dgm:pt>
    <dgm:pt modelId="{2DDD3FA9-61D8-4247-97C4-934E965654CE}" type="pres">
      <dgm:prSet presAssocID="{ECB5F9AC-9B42-45B7-9CE7-69FB75863C3F}" presName="compNode" presStyleCnt="0"/>
      <dgm:spPr/>
    </dgm:pt>
    <dgm:pt modelId="{B78D375D-B587-400F-83D3-05D01533B8A3}" type="pres">
      <dgm:prSet presAssocID="{ECB5F9AC-9B42-45B7-9CE7-69FB75863C3F}" presName="iconBgRect" presStyleLbl="bgShp" presStyleIdx="2" presStyleCnt="4"/>
      <dgm:spPr/>
    </dgm:pt>
    <dgm:pt modelId="{53A78376-570E-473F-B311-D525BBFFCC17}" type="pres">
      <dgm:prSet presAssocID="{ECB5F9AC-9B42-45B7-9CE7-69FB75863C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erend"/>
        </a:ext>
      </dgm:extLst>
    </dgm:pt>
    <dgm:pt modelId="{D84561DA-37AF-48CA-A58E-0C32DD894E1B}" type="pres">
      <dgm:prSet presAssocID="{ECB5F9AC-9B42-45B7-9CE7-69FB75863C3F}" presName="spaceRect" presStyleCnt="0"/>
      <dgm:spPr/>
    </dgm:pt>
    <dgm:pt modelId="{64FDB78A-EBC0-4A9A-BE8C-591AE1142521}" type="pres">
      <dgm:prSet presAssocID="{ECB5F9AC-9B42-45B7-9CE7-69FB75863C3F}" presName="textRect" presStyleLbl="revTx" presStyleIdx="2" presStyleCnt="4">
        <dgm:presLayoutVars>
          <dgm:chMax val="1"/>
          <dgm:chPref val="1"/>
        </dgm:presLayoutVars>
      </dgm:prSet>
      <dgm:spPr/>
    </dgm:pt>
    <dgm:pt modelId="{346DC6ED-BAA8-43BD-876A-E868017982C3}" type="pres">
      <dgm:prSet presAssocID="{F41D37A2-79C5-4DA9-9318-0635BC2CB761}" presName="sibTrans" presStyleCnt="0"/>
      <dgm:spPr/>
    </dgm:pt>
    <dgm:pt modelId="{2C5A119C-4401-4AE3-8E21-B036560B189C}" type="pres">
      <dgm:prSet presAssocID="{D96E19C3-8C4C-4B63-B84C-2C4C882CB557}" presName="compNode" presStyleCnt="0"/>
      <dgm:spPr/>
    </dgm:pt>
    <dgm:pt modelId="{865F32F4-9676-4785-A37A-8A25B2399EDD}" type="pres">
      <dgm:prSet presAssocID="{D96E19C3-8C4C-4B63-B84C-2C4C882CB557}" presName="iconBgRect" presStyleLbl="bgShp" presStyleIdx="3" presStyleCnt="4"/>
      <dgm:spPr/>
    </dgm:pt>
    <dgm:pt modelId="{2B9EEC8F-8517-4E61-8CB1-FE86BACE0148}" type="pres">
      <dgm:prSet presAssocID="{D96E19C3-8C4C-4B63-B84C-2C4C882CB5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4CEBE5DD-54E9-443F-8DE5-7294B9556E6A}" type="pres">
      <dgm:prSet presAssocID="{D96E19C3-8C4C-4B63-B84C-2C4C882CB557}" presName="spaceRect" presStyleCnt="0"/>
      <dgm:spPr/>
    </dgm:pt>
    <dgm:pt modelId="{AA3CA71F-A7C2-4AEA-9E4A-3569DC407BBE}" type="pres">
      <dgm:prSet presAssocID="{D96E19C3-8C4C-4B63-B84C-2C4C882CB5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396480D-F4F0-4924-A679-D15FB76A9CF8}" type="presOf" srcId="{B0B42C53-526D-49E8-9B47-265EE076FCC4}" destId="{D4EEB4D9-4188-4D2E-8D54-AADE7C2119F8}" srcOrd="0" destOrd="0" presId="urn:microsoft.com/office/officeart/2018/5/layout/IconCircleLabelList"/>
    <dgm:cxn modelId="{CE8B4126-A5AF-4E6F-A46A-768C62817B8E}" type="presOf" srcId="{ECB5F9AC-9B42-45B7-9CE7-69FB75863C3F}" destId="{64FDB78A-EBC0-4A9A-BE8C-591AE1142521}" srcOrd="0" destOrd="0" presId="urn:microsoft.com/office/officeart/2018/5/layout/IconCircleLabelList"/>
    <dgm:cxn modelId="{32A7A329-3AAE-48E4-8CA6-29627A7321EA}" srcId="{1E7D7162-C66F-4945-A374-444173792484}" destId="{54EF8787-A249-4BDC-90FF-9DCCA8717ED4}" srcOrd="0" destOrd="0" parTransId="{702A8397-A162-4BD8-8550-D930D61E6530}" sibTransId="{D6121BFA-8C24-4E19-AE35-9AE7C34422F8}"/>
    <dgm:cxn modelId="{D8F9C839-70F6-4396-896F-2042C0F5524C}" srcId="{1E7D7162-C66F-4945-A374-444173792484}" destId="{B0B42C53-526D-49E8-9B47-265EE076FCC4}" srcOrd="1" destOrd="0" parTransId="{525B6CDD-E4CE-4375-9A3A-4C9070184FE6}" sibTransId="{95E2AC70-3A16-48F1-BC2E-BF337661D890}"/>
    <dgm:cxn modelId="{FE368E5E-D13B-4BC4-9D5B-50BC1C1CBBC8}" srcId="{1E7D7162-C66F-4945-A374-444173792484}" destId="{ECB5F9AC-9B42-45B7-9CE7-69FB75863C3F}" srcOrd="2" destOrd="0" parTransId="{F93EDB5A-C1BE-4593-B228-DE1B5654400C}" sibTransId="{F41D37A2-79C5-4DA9-9318-0635BC2CB761}"/>
    <dgm:cxn modelId="{BE513462-085E-47BA-9B38-FC6C6C323CA1}" type="presOf" srcId="{54EF8787-A249-4BDC-90FF-9DCCA8717ED4}" destId="{F5045FBC-A709-44B0-AC49-97110E7B576A}" srcOrd="0" destOrd="0" presId="urn:microsoft.com/office/officeart/2018/5/layout/IconCircleLabelList"/>
    <dgm:cxn modelId="{4F4F1551-CB9C-4AA1-B4D1-0FE1BED37244}" type="presOf" srcId="{1E7D7162-C66F-4945-A374-444173792484}" destId="{A7622AB2-9373-4496-9442-7E2D45BA592C}" srcOrd="0" destOrd="0" presId="urn:microsoft.com/office/officeart/2018/5/layout/IconCircleLabelList"/>
    <dgm:cxn modelId="{ED38DDA4-63EF-4E63-BB28-9A09A66683DB}" srcId="{1E7D7162-C66F-4945-A374-444173792484}" destId="{D96E19C3-8C4C-4B63-B84C-2C4C882CB557}" srcOrd="3" destOrd="0" parTransId="{742DE33F-490D-407C-B135-F8E72806E7A3}" sibTransId="{FD966093-13E9-4D7F-865A-3C1092429B19}"/>
    <dgm:cxn modelId="{F50BDAC7-08AD-4E64-806D-A70515AD1F8D}" type="presOf" srcId="{D96E19C3-8C4C-4B63-B84C-2C4C882CB557}" destId="{AA3CA71F-A7C2-4AEA-9E4A-3569DC407BBE}" srcOrd="0" destOrd="0" presId="urn:microsoft.com/office/officeart/2018/5/layout/IconCircleLabelList"/>
    <dgm:cxn modelId="{64D1EF49-E4BF-48DA-A472-E23E54313EE8}" type="presParOf" srcId="{A7622AB2-9373-4496-9442-7E2D45BA592C}" destId="{79C5265F-6B60-43D1-A58B-0A12BA2CF70E}" srcOrd="0" destOrd="0" presId="urn:microsoft.com/office/officeart/2018/5/layout/IconCircleLabelList"/>
    <dgm:cxn modelId="{4377577F-9F42-4662-B72A-9007AD9A1D48}" type="presParOf" srcId="{79C5265F-6B60-43D1-A58B-0A12BA2CF70E}" destId="{6F10E796-B7CF-463D-B0A9-94E59148D4F4}" srcOrd="0" destOrd="0" presId="urn:microsoft.com/office/officeart/2018/5/layout/IconCircleLabelList"/>
    <dgm:cxn modelId="{B6E66EFF-0FB7-47B6-ACA3-FB3459D9C809}" type="presParOf" srcId="{79C5265F-6B60-43D1-A58B-0A12BA2CF70E}" destId="{B6E4F4B1-EF33-4AF1-80D2-5B1458C6C0B6}" srcOrd="1" destOrd="0" presId="urn:microsoft.com/office/officeart/2018/5/layout/IconCircleLabelList"/>
    <dgm:cxn modelId="{35043612-A4E1-424C-A7B6-BB1743A5493F}" type="presParOf" srcId="{79C5265F-6B60-43D1-A58B-0A12BA2CF70E}" destId="{6A3A61F6-7A97-4C9B-89BB-26AF5F806A26}" srcOrd="2" destOrd="0" presId="urn:microsoft.com/office/officeart/2018/5/layout/IconCircleLabelList"/>
    <dgm:cxn modelId="{B9948047-4C1A-4B3C-8DB8-C8531C02B32B}" type="presParOf" srcId="{79C5265F-6B60-43D1-A58B-0A12BA2CF70E}" destId="{F5045FBC-A709-44B0-AC49-97110E7B576A}" srcOrd="3" destOrd="0" presId="urn:microsoft.com/office/officeart/2018/5/layout/IconCircleLabelList"/>
    <dgm:cxn modelId="{157C3EA8-D17C-478D-A6F7-5F77571302FC}" type="presParOf" srcId="{A7622AB2-9373-4496-9442-7E2D45BA592C}" destId="{A15BF4B3-7EC9-4826-9B96-13042FA40016}" srcOrd="1" destOrd="0" presId="urn:microsoft.com/office/officeart/2018/5/layout/IconCircleLabelList"/>
    <dgm:cxn modelId="{7CD3A493-0592-46FB-A695-76E524BCC31A}" type="presParOf" srcId="{A7622AB2-9373-4496-9442-7E2D45BA592C}" destId="{40144993-27F2-4E00-B50C-BBAE38739BCA}" srcOrd="2" destOrd="0" presId="urn:microsoft.com/office/officeart/2018/5/layout/IconCircleLabelList"/>
    <dgm:cxn modelId="{BF03C72D-167B-4714-B5BE-B6C1E8902AC0}" type="presParOf" srcId="{40144993-27F2-4E00-B50C-BBAE38739BCA}" destId="{B0FD21A1-6B5F-4DF2-8445-9C8520DDB4A9}" srcOrd="0" destOrd="0" presId="urn:microsoft.com/office/officeart/2018/5/layout/IconCircleLabelList"/>
    <dgm:cxn modelId="{1848D258-CF34-4AF7-8ECE-A1AF05140AFD}" type="presParOf" srcId="{40144993-27F2-4E00-B50C-BBAE38739BCA}" destId="{6FAA5C0A-0229-40D4-B573-E15E332EA4F1}" srcOrd="1" destOrd="0" presId="urn:microsoft.com/office/officeart/2018/5/layout/IconCircleLabelList"/>
    <dgm:cxn modelId="{AD0E46F8-412E-41AE-A115-DF16BF1D2D63}" type="presParOf" srcId="{40144993-27F2-4E00-B50C-BBAE38739BCA}" destId="{D25A78EF-73DE-41F3-A718-AB891D7F4897}" srcOrd="2" destOrd="0" presId="urn:microsoft.com/office/officeart/2018/5/layout/IconCircleLabelList"/>
    <dgm:cxn modelId="{ED4D656D-8710-4969-8ED1-F84EF981F77E}" type="presParOf" srcId="{40144993-27F2-4E00-B50C-BBAE38739BCA}" destId="{D4EEB4D9-4188-4D2E-8D54-AADE7C2119F8}" srcOrd="3" destOrd="0" presId="urn:microsoft.com/office/officeart/2018/5/layout/IconCircleLabelList"/>
    <dgm:cxn modelId="{EA3C8800-915D-4863-8F97-CE965D5FDC9D}" type="presParOf" srcId="{A7622AB2-9373-4496-9442-7E2D45BA592C}" destId="{3E2FC18B-81B2-4F7B-B8FD-092203964D99}" srcOrd="3" destOrd="0" presId="urn:microsoft.com/office/officeart/2018/5/layout/IconCircleLabelList"/>
    <dgm:cxn modelId="{267A64C8-05AF-4EA8-8B2F-2BF36341AB53}" type="presParOf" srcId="{A7622AB2-9373-4496-9442-7E2D45BA592C}" destId="{2DDD3FA9-61D8-4247-97C4-934E965654CE}" srcOrd="4" destOrd="0" presId="urn:microsoft.com/office/officeart/2018/5/layout/IconCircleLabelList"/>
    <dgm:cxn modelId="{CEF76B07-C596-4FDD-982F-A3C320383C37}" type="presParOf" srcId="{2DDD3FA9-61D8-4247-97C4-934E965654CE}" destId="{B78D375D-B587-400F-83D3-05D01533B8A3}" srcOrd="0" destOrd="0" presId="urn:microsoft.com/office/officeart/2018/5/layout/IconCircleLabelList"/>
    <dgm:cxn modelId="{4B66106A-21A1-4016-91E6-0558EB60DC04}" type="presParOf" srcId="{2DDD3FA9-61D8-4247-97C4-934E965654CE}" destId="{53A78376-570E-473F-B311-D525BBFFCC17}" srcOrd="1" destOrd="0" presId="urn:microsoft.com/office/officeart/2018/5/layout/IconCircleLabelList"/>
    <dgm:cxn modelId="{9A57588F-C110-422A-A7C1-5A6D33D2D28C}" type="presParOf" srcId="{2DDD3FA9-61D8-4247-97C4-934E965654CE}" destId="{D84561DA-37AF-48CA-A58E-0C32DD894E1B}" srcOrd="2" destOrd="0" presId="urn:microsoft.com/office/officeart/2018/5/layout/IconCircleLabelList"/>
    <dgm:cxn modelId="{696408EF-3A89-4061-BA80-1D40988D4585}" type="presParOf" srcId="{2DDD3FA9-61D8-4247-97C4-934E965654CE}" destId="{64FDB78A-EBC0-4A9A-BE8C-591AE1142521}" srcOrd="3" destOrd="0" presId="urn:microsoft.com/office/officeart/2018/5/layout/IconCircleLabelList"/>
    <dgm:cxn modelId="{40DA0D21-C15F-402D-8413-B48EF3F09CA2}" type="presParOf" srcId="{A7622AB2-9373-4496-9442-7E2D45BA592C}" destId="{346DC6ED-BAA8-43BD-876A-E868017982C3}" srcOrd="5" destOrd="0" presId="urn:microsoft.com/office/officeart/2018/5/layout/IconCircleLabelList"/>
    <dgm:cxn modelId="{A5FC46B5-C234-49C1-BC60-99378A5B75F1}" type="presParOf" srcId="{A7622AB2-9373-4496-9442-7E2D45BA592C}" destId="{2C5A119C-4401-4AE3-8E21-B036560B189C}" srcOrd="6" destOrd="0" presId="urn:microsoft.com/office/officeart/2018/5/layout/IconCircleLabelList"/>
    <dgm:cxn modelId="{71184711-6D25-4D2C-B5DF-64893D1D31A2}" type="presParOf" srcId="{2C5A119C-4401-4AE3-8E21-B036560B189C}" destId="{865F32F4-9676-4785-A37A-8A25B2399EDD}" srcOrd="0" destOrd="0" presId="urn:microsoft.com/office/officeart/2018/5/layout/IconCircleLabelList"/>
    <dgm:cxn modelId="{6C5457CD-0764-4B55-841A-F9639398F8C3}" type="presParOf" srcId="{2C5A119C-4401-4AE3-8E21-B036560B189C}" destId="{2B9EEC8F-8517-4E61-8CB1-FE86BACE0148}" srcOrd="1" destOrd="0" presId="urn:microsoft.com/office/officeart/2018/5/layout/IconCircleLabelList"/>
    <dgm:cxn modelId="{7C107270-5685-4F8B-BDB5-F439DFA40F88}" type="presParOf" srcId="{2C5A119C-4401-4AE3-8E21-B036560B189C}" destId="{4CEBE5DD-54E9-443F-8DE5-7294B9556E6A}" srcOrd="2" destOrd="0" presId="urn:microsoft.com/office/officeart/2018/5/layout/IconCircleLabelList"/>
    <dgm:cxn modelId="{4BAADE75-8C40-47D2-B627-E08D381C38DC}" type="presParOf" srcId="{2C5A119C-4401-4AE3-8E21-B036560B189C}" destId="{AA3CA71F-A7C2-4AEA-9E4A-3569DC407BB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ABD29-6EA0-42E2-9B65-4CF21A9EBF33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6FA40-7E71-4B91-9F3C-FB270E3ACB2B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Opdracht: samen met verschillende modules een synthesizer maken</a:t>
          </a:r>
        </a:p>
      </dsp:txBody>
      <dsp:txXfrm>
        <a:off x="696297" y="538547"/>
        <a:ext cx="4171627" cy="2590157"/>
      </dsp:txXfrm>
    </dsp:sp>
    <dsp:sp modelId="{98B30E40-FA14-42E3-B014-96112248F000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0FA4D-488E-4BA7-A227-65D056D0711E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Doelstelling: het maken van een werkende VCO die op de andere modules aansluit</a:t>
          </a:r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0E796-B7CF-463D-B0A9-94E59148D4F4}">
      <dsp:nvSpPr>
        <dsp:cNvPr id="0" name=""/>
        <dsp:cNvSpPr/>
      </dsp:nvSpPr>
      <dsp:spPr>
        <a:xfrm>
          <a:off x="56292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4F4B1-EF33-4AF1-80D2-5B1458C6C0B6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45FBC-A709-44B0-AC49-97110E7B576A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Stroom en spanningslimieten.</a:t>
          </a:r>
          <a:endParaRPr lang="en-US" sz="1400" kern="1200" dirty="0"/>
        </a:p>
      </dsp:txBody>
      <dsp:txXfrm>
        <a:off x="100682" y="2432898"/>
        <a:ext cx="2370489" cy="720000"/>
      </dsp:txXfrm>
    </dsp:sp>
    <dsp:sp modelId="{B0FD21A1-6B5F-4DF2-8445-9C8520DDB4A9}">
      <dsp:nvSpPr>
        <dsp:cNvPr id="0" name=""/>
        <dsp:cNvSpPr/>
      </dsp:nvSpPr>
      <dsp:spPr>
        <a:xfrm>
          <a:off x="334825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A5C0A-0229-40D4-B573-E15E332EA4F1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EB4D9-4188-4D2E-8D54-AADE7C2119F8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Budget van 50 euro.</a:t>
          </a:r>
          <a:endParaRPr lang="en-US" sz="1400" kern="1200" dirty="0"/>
        </a:p>
      </dsp:txBody>
      <dsp:txXfrm>
        <a:off x="2886007" y="2432898"/>
        <a:ext cx="2370489" cy="720000"/>
      </dsp:txXfrm>
    </dsp:sp>
    <dsp:sp modelId="{B78D375D-B587-400F-83D3-05D01533B8A3}">
      <dsp:nvSpPr>
        <dsp:cNvPr id="0" name=""/>
        <dsp:cNvSpPr/>
      </dsp:nvSpPr>
      <dsp:spPr>
        <a:xfrm>
          <a:off x="613357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78376-570E-473F-B311-D525BBFFCC17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DB78A-EBC0-4A9A-BE8C-591AE1142521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Geen kant en klare componenten. (devboards, Modules ETC)</a:t>
          </a:r>
          <a:endParaRPr lang="en-US" sz="1400" kern="1200" dirty="0"/>
        </a:p>
      </dsp:txBody>
      <dsp:txXfrm>
        <a:off x="5671332" y="2432898"/>
        <a:ext cx="2370489" cy="720000"/>
      </dsp:txXfrm>
    </dsp:sp>
    <dsp:sp modelId="{865F32F4-9676-4785-A37A-8A25B2399EDD}">
      <dsp:nvSpPr>
        <dsp:cNvPr id="0" name=""/>
        <dsp:cNvSpPr/>
      </dsp:nvSpPr>
      <dsp:spPr>
        <a:xfrm>
          <a:off x="891890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EEC8F-8517-4E61-8CB1-FE86BACE0148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CA71F-A7C2-4AEA-9E4A-3569DC407BBE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Uiteindelijke afmetingen van het volledige design.</a:t>
          </a:r>
          <a:endParaRPr lang="en-US" sz="1400" kern="1200" dirty="0"/>
        </a:p>
      </dsp:txBody>
      <dsp:txXfrm>
        <a:off x="8456657" y="24328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5CD0E-95ED-8598-4570-51FDA7860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7B1D89E-1C43-B5C2-3E78-C2892A184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5E691E-A185-410B-F8F1-280BC533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A497B8E-24D3-8CC7-C85A-F83C72C8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AA3A236-CE20-1017-DA64-44707AD2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0232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1502F-F787-AF7F-F7AD-A02B7CF0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C56BE7-CF25-9211-9CB3-E45EBCA44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54EDDB-AC09-956D-B592-A4AE3AA6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DC30CB4-CCBE-DD6F-AD7A-250BEA90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161141-543A-5887-BB51-CA8F458A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486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06442B-6B54-1B10-EA33-7AE89669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9A9C4BE-010A-ABB9-E80C-DBC83DD1B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763975-5BA7-B482-399D-386E3FB5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E38AD4-838D-D877-5D3A-AD3AC0DE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DAFB73-3B6A-B6DA-708B-2E9EDC59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71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F72D1-272B-FD53-1BD3-F9DE5BCC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5E7A3B7-C5D4-1D9E-416F-575C22841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FD05BF5-9623-0BE0-99A0-F0233E1F7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8DE692C-29D6-3F93-1752-0FF2543D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92F5595-42FE-648C-DB04-607A8732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E8639E5-72C8-EE2A-1FF3-A13805A8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3600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8DA54-DAFE-0EE8-5FAF-35C02448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8D6C317-ACA7-2FC3-DD2C-5E94FADF9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66FBA1-626A-0B03-3445-90A03F6B0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A06CCF-9757-B7D4-9320-F05D269AD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6BA6716-CFE8-D034-85C2-CB8BB38AD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96CFB79-1FB4-8BD4-BF3D-A2A52DE3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652F01B-1742-70A5-C866-0B64CB89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744F5D8-06E5-84B9-3161-728A80BD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443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ACB44-4B22-993D-EF82-769747DA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8A95351-FDA3-9DDD-9C79-829668FC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587AB1F-8447-1B7E-85C4-8A10E7E9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1F39C47-8ACA-EE02-9E78-530ACF95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2439F54-5FCD-3552-77E4-B852CA9D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343C369-98FF-FF4A-F266-A3B81F1A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833601-56E8-746D-536C-59D01752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066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BA4E9-B4B2-999C-18BA-763470F6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16105C-0BE1-7F68-4645-62B497C63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6E2A78-56D8-35E2-B824-FED645EE0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7BFF4F1-602A-46B9-05EC-EFEC0B4A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3D9689E-798C-4916-1AE5-6387B756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FD7B4EA-6C58-75BA-A5A2-1A9BF78D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662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B4423-CB15-D7EF-A14B-C2890E6A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E2D67A9-A405-FBCF-35BF-3BCA4B439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588094-B9E6-6107-0C7F-5FFD2F67D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389F866-6956-62F0-B59B-046B65E7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AC7F24-92BD-507A-A103-47CFF263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355C2F4-7E9B-5BA8-24E3-595B907A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468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358FC-3E47-E488-03B3-DD0317E8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8CB4C48-4C34-5398-17DF-5EF6C9863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695CCF2-60D2-2CF2-81DB-DE640DAA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3097BC-AA70-932E-42EF-91C90120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FDFCE4-DA3E-4D46-32E5-2CB292D7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7669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5ED9E42-2C06-F051-016A-543B9FF1A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35A6EB2-0173-994B-154E-34F6713AA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60C6D1-96BB-086F-9E9B-2797F467A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14C8C8C-4018-DAA2-4720-076526E3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CA116D-35C2-BC8F-E531-E7B88C26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77400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E60DC1B-2DDF-E7B6-855E-A912219E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6A36A9E-22F5-1343-A45B-693AC08C3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EFC587-C084-E4F4-A8A4-75D7F86BF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F36F5-B3D0-4638-B174-D5D333E67D42}" type="datetimeFigureOut">
              <a:rPr lang="nl-NL" smtClean="0"/>
              <a:t>11-11-2024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782E312-A4F4-D60D-EFED-84AF5AFC4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B52BD1-3E8A-6782-B789-F41F44667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D27D-21A4-4D4D-A04D-FFF8CA6B011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985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rad.nl/nl/p/diotec-transistor-bjt-discreet-bc557b-to-92-3-aantal-kanalen-1-pnp-140543.html" TargetMode="External"/><Relationship Id="rId2" Type="http://schemas.openxmlformats.org/officeDocument/2006/relationships/hyperlink" Target="https://www.conrad.nl/nl/p/diotec-transistor-bjt-discreet-bc547c-to-92-3-aantal-kanalen-1-npn-140539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8A31EB-EB36-AF22-F4C9-2D56E4CE7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nl-NL" sz="4800" dirty="0">
                <a:solidFill>
                  <a:srgbClr val="FFFFFF"/>
                </a:solidFill>
              </a:rPr>
              <a:t>Modulaire Synthesizer, VCO</a:t>
            </a:r>
            <a:br>
              <a:rPr lang="nl-NL" sz="4800" dirty="0">
                <a:solidFill>
                  <a:srgbClr val="FFFFFF"/>
                </a:solidFill>
              </a:rPr>
            </a:br>
            <a:r>
              <a:rPr lang="nl-NL" sz="4800" dirty="0">
                <a:solidFill>
                  <a:srgbClr val="FFFFFF"/>
                </a:solidFill>
              </a:rPr>
              <a:t>hardware design.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F6C6F14-274A-102B-ED69-7875D935A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496424"/>
            <a:ext cx="4393278" cy="1275938"/>
          </a:xfrm>
        </p:spPr>
        <p:txBody>
          <a:bodyPr anchor="t">
            <a:normAutofit fontScale="92500" lnSpcReduction="10000"/>
          </a:bodyPr>
          <a:lstStyle/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Thijn Berkhoff – 1198746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Ralph Hänninger – 1197535	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Begeleid door Marco Winkelman</a:t>
            </a:r>
          </a:p>
          <a:p>
            <a:pPr algn="l"/>
            <a:endParaRPr lang="nl-NL" dirty="0">
              <a:solidFill>
                <a:srgbClr val="FFFFFF"/>
              </a:solidFill>
            </a:endParaRPr>
          </a:p>
          <a:p>
            <a:pPr algn="l"/>
            <a:endParaRPr lang="nl-NL" sz="1700" dirty="0">
              <a:solidFill>
                <a:srgbClr val="FFFFFF"/>
              </a:solidFill>
            </a:endParaRP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6" name="Picture 2" descr="Mijn startpagina">
            <a:extLst>
              <a:ext uri="{FF2B5EF4-FFF2-40B4-BE49-F238E27FC236}">
                <a16:creationId xmlns:a16="http://schemas.microsoft.com/office/drawing/2014/main" id="{BAAB9480-6CAA-23EF-36F4-5EF3E7A06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525210"/>
            <a:ext cx="3737164" cy="182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613F1F95-8AEB-FA91-2657-1D7F72CF0920}"/>
              </a:ext>
            </a:extLst>
          </p:cNvPr>
          <p:cNvSpPr txBox="1"/>
          <p:nvPr/>
        </p:nvSpPr>
        <p:spPr>
          <a:xfrm>
            <a:off x="10058400" y="5606792"/>
            <a:ext cx="213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white"/>
                </a:solidFill>
                <a:latin typeface="Aptos" panose="02110004020202020204"/>
              </a:rPr>
              <a:t>16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-10-2024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Zwolle</a:t>
            </a:r>
          </a:p>
        </p:txBody>
      </p:sp>
    </p:spTree>
    <p:extLst>
      <p:ext uri="{BB962C8B-B14F-4D97-AF65-F5344CB8AC3E}">
        <p14:creationId xmlns:p14="http://schemas.microsoft.com/office/powerpoint/2010/main" val="593621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44C144-8999-280C-7BA5-78A2B941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nl-NL" sz="4000" dirty="0">
                <a:solidFill>
                  <a:srgbClr val="FFFFFF"/>
                </a:solidFill>
              </a:rPr>
              <a:t>Inhoudsopgave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8587CF0-9CE6-122E-5153-C5399C7B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z="2000" dirty="0"/>
              <a:t>Inleiding</a:t>
            </a:r>
          </a:p>
          <a:p>
            <a:r>
              <a:rPr lang="nl-NL" sz="2000" dirty="0"/>
              <a:t>Eisen</a:t>
            </a:r>
          </a:p>
          <a:p>
            <a:r>
              <a:rPr lang="nl-NL" sz="2000" dirty="0"/>
              <a:t>beperkingen</a:t>
            </a:r>
          </a:p>
          <a:p>
            <a:r>
              <a:rPr lang="nl-NL" sz="2000" dirty="0"/>
              <a:t>Elektronisch ontwerp</a:t>
            </a:r>
          </a:p>
          <a:p>
            <a:r>
              <a:rPr lang="nl-NL" sz="2000" dirty="0"/>
              <a:t>Beoordeling ontwerp</a:t>
            </a:r>
          </a:p>
          <a:p>
            <a:r>
              <a:rPr lang="nl-NL" sz="2000" dirty="0"/>
              <a:t>conclusie</a:t>
            </a:r>
          </a:p>
          <a:p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556650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391CD-5946-DFA6-5382-1EABEEE0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inleiding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64335E-F4BD-A8AB-DFF8-B197EFFDF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79114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3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6D620F-176B-0D64-965D-44DE44A660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310698"/>
              </p:ext>
            </p:extLst>
          </p:nvPr>
        </p:nvGraphicFramePr>
        <p:xfrm>
          <a:off x="1136901" y="2112579"/>
          <a:ext cx="9942141" cy="419281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819349">
                  <a:extLst>
                    <a:ext uri="{9D8B030D-6E8A-4147-A177-3AD203B41FA5}">
                      <a16:colId xmlns:a16="http://schemas.microsoft.com/office/drawing/2014/main" val="1320316810"/>
                    </a:ext>
                  </a:extLst>
                </a:gridCol>
                <a:gridCol w="1258235">
                  <a:extLst>
                    <a:ext uri="{9D8B030D-6E8A-4147-A177-3AD203B41FA5}">
                      <a16:colId xmlns:a16="http://schemas.microsoft.com/office/drawing/2014/main" val="814739692"/>
                    </a:ext>
                  </a:extLst>
                </a:gridCol>
                <a:gridCol w="1658844">
                  <a:extLst>
                    <a:ext uri="{9D8B030D-6E8A-4147-A177-3AD203B41FA5}">
                      <a16:colId xmlns:a16="http://schemas.microsoft.com/office/drawing/2014/main" val="248077136"/>
                    </a:ext>
                  </a:extLst>
                </a:gridCol>
                <a:gridCol w="1068150">
                  <a:extLst>
                    <a:ext uri="{9D8B030D-6E8A-4147-A177-3AD203B41FA5}">
                      <a16:colId xmlns:a16="http://schemas.microsoft.com/office/drawing/2014/main" val="1702254219"/>
                    </a:ext>
                  </a:extLst>
                </a:gridCol>
                <a:gridCol w="1101823">
                  <a:extLst>
                    <a:ext uri="{9D8B030D-6E8A-4147-A177-3AD203B41FA5}">
                      <a16:colId xmlns:a16="http://schemas.microsoft.com/office/drawing/2014/main" val="818661681"/>
                    </a:ext>
                  </a:extLst>
                </a:gridCol>
                <a:gridCol w="1035740">
                  <a:extLst>
                    <a:ext uri="{9D8B030D-6E8A-4147-A177-3AD203B41FA5}">
                      <a16:colId xmlns:a16="http://schemas.microsoft.com/office/drawing/2014/main" val="3488864344"/>
                    </a:ext>
                  </a:extLst>
                </a:gridCol>
              </a:tblGrid>
              <a:tr h="404781">
                <a:tc>
                  <a:txBody>
                    <a:bodyPr/>
                    <a:lstStyle/>
                    <a:p>
                      <a:r>
                        <a:rPr lang="en-US" sz="1400" b="0" cap="none" spc="60" dirty="0">
                          <a:solidFill>
                            <a:schemeClr val="bg1"/>
                          </a:solidFill>
                        </a:rPr>
                        <a:t>Eisen</a:t>
                      </a:r>
                      <a:endParaRPr lang="LID4096" sz="1400" b="0" cap="none" spc="60" dirty="0">
                        <a:solidFill>
                          <a:schemeClr val="bg1"/>
                        </a:solidFill>
                      </a:endParaRPr>
                    </a:p>
                  </a:txBody>
                  <a:tcPr marL="146406" marR="87844" marT="77935" marB="878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60" dirty="0">
                          <a:solidFill>
                            <a:schemeClr val="bg1"/>
                          </a:solidFill>
                        </a:rPr>
                        <a:t>functioneel</a:t>
                      </a:r>
                      <a:endParaRPr lang="LID4096" sz="1400" b="0" cap="none" spc="60" dirty="0" err="1">
                        <a:solidFill>
                          <a:schemeClr val="bg1"/>
                        </a:solidFill>
                      </a:endParaRPr>
                    </a:p>
                  </a:txBody>
                  <a:tcPr marL="146406" marR="87844" marT="77935" marB="878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60" dirty="0">
                          <a:solidFill>
                            <a:schemeClr val="bg1"/>
                          </a:solidFill>
                        </a:rPr>
                        <a:t>Niet-functioneel</a:t>
                      </a:r>
                      <a:endParaRPr lang="LID4096" sz="1400" b="0" cap="none" spc="60" dirty="0" err="1">
                        <a:solidFill>
                          <a:schemeClr val="bg1"/>
                        </a:solidFill>
                      </a:endParaRPr>
                    </a:p>
                  </a:txBody>
                  <a:tcPr marL="146406" marR="87844" marT="77935" marB="878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60" dirty="0">
                          <a:solidFill>
                            <a:schemeClr val="bg1"/>
                          </a:solidFill>
                        </a:rPr>
                        <a:t>verplicht</a:t>
                      </a:r>
                      <a:endParaRPr lang="LID4096" sz="1400" b="0" cap="none" spc="60" dirty="0" err="1">
                        <a:solidFill>
                          <a:schemeClr val="bg1"/>
                        </a:solidFill>
                      </a:endParaRPr>
                    </a:p>
                  </a:txBody>
                  <a:tcPr marL="146406" marR="87844" marT="77935" marB="878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60" dirty="0">
                          <a:solidFill>
                            <a:schemeClr val="bg1"/>
                          </a:solidFill>
                        </a:rPr>
                        <a:t>optioneel</a:t>
                      </a:r>
                      <a:endParaRPr lang="LID4096" sz="1400" b="0" cap="none" spc="60" dirty="0" err="1">
                        <a:solidFill>
                          <a:schemeClr val="bg1"/>
                        </a:solidFill>
                      </a:endParaRPr>
                    </a:p>
                  </a:txBody>
                  <a:tcPr marL="146406" marR="87844" marT="77935" marB="878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none" spc="60" dirty="0">
                          <a:solidFill>
                            <a:schemeClr val="bg1"/>
                          </a:solidFill>
                        </a:rPr>
                        <a:t>prioriteit</a:t>
                      </a:r>
                      <a:endParaRPr lang="LID4096" sz="1400" b="0" cap="none" spc="60" dirty="0" err="1">
                        <a:solidFill>
                          <a:schemeClr val="bg1"/>
                        </a:solidFill>
                      </a:endParaRPr>
                    </a:p>
                  </a:txBody>
                  <a:tcPr marL="146406" marR="87844" marT="77935" marB="878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10154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1v/octaaf</a:t>
                      </a:r>
                      <a:endParaRPr lang="LID4096" sz="1200" cap="none" spc="0" dirty="0" err="1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34712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stroombeveiliging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284776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2 uitgangssignalen</a:t>
                      </a:r>
                      <a:endParaRPr lang="LID4096" sz="1200" cap="none" spc="0" dirty="0" err="1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673167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Bescherming in- en outputs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12363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PCB zo klein mogelijk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380832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Blok, driehoek en zaagtand signaal</a:t>
                      </a:r>
                      <a:endParaRPr lang="LID4096" sz="1200" cap="none" spc="0" dirty="0" err="1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279930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Moet samenwerken met andere modules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82939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Elektronica moet zichtbaar zijn</a:t>
                      </a:r>
                      <a:endParaRPr lang="LID4096" sz="1200" cap="none" spc="0" dirty="0" err="1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0625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nl-NL" sz="1200" cap="none" spc="0" dirty="0">
                          <a:solidFill>
                            <a:schemeClr val="tx1"/>
                          </a:solidFill>
                        </a:rPr>
                        <a:t>Enige middelen tegen warmtevervoming</a:t>
                      </a:r>
                      <a:endParaRPr lang="LID4096" sz="1200" cap="none" spc="0" dirty="0" err="1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492933"/>
                  </a:ext>
                </a:extLst>
              </a:tr>
              <a:tr h="378803"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Instelbare lineariteit en zaagsignaal</a:t>
                      </a:r>
                      <a:endParaRPr lang="LID4096" sz="1200" cap="none" spc="0" dirty="0" err="1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6406" marR="87844" marT="77935" marB="87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81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BFB7-4B1E-4B9D-DDC5-D5873518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8B68077-AFCE-AA34-B303-5A18087C9038}"/>
              </a:ext>
            </a:extLst>
          </p:cNvPr>
          <p:cNvSpPr>
            <a:spLocks noGrp="1"/>
          </p:cNvSpPr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dirty="0">
                <a:solidFill>
                  <a:srgbClr val="FFFFFF"/>
                </a:solidFill>
              </a:rPr>
              <a:t>Beperkingen</a:t>
            </a:r>
          </a:p>
        </p:txBody>
      </p:sp>
      <p:graphicFrame>
        <p:nvGraphicFramePr>
          <p:cNvPr id="9" name="Tijdelijke aanduiding voor inhoud 2">
            <a:extLst>
              <a:ext uri="{FF2B5EF4-FFF2-40B4-BE49-F238E27FC236}">
                <a16:creationId xmlns:a16="http://schemas.microsoft.com/office/drawing/2014/main" id="{2D78C05E-72A1-41FA-2A47-E3F15FF552D3}"/>
              </a:ext>
            </a:extLst>
          </p:cNvPr>
          <p:cNvGraphicFramePr>
            <a:graphicFrameLocks noGrp="1"/>
          </p:cNvGraphicFramePr>
          <p:nvPr/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522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 descr="Afbeelding met tekst, diagram, Plan, schermopname&#10;&#10;Automatisch gegenereerde beschrijving">
            <a:extLst>
              <a:ext uri="{FF2B5EF4-FFF2-40B4-BE49-F238E27FC236}">
                <a16:creationId xmlns:a16="http://schemas.microsoft.com/office/drawing/2014/main" id="{787FB647-5207-A57C-7D17-3E41D3811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09" y="117969"/>
            <a:ext cx="10086582" cy="6622061"/>
          </a:xfrm>
        </p:spPr>
      </p:pic>
    </p:spTree>
    <p:extLst>
      <p:ext uri="{BB962C8B-B14F-4D97-AF65-F5344CB8AC3E}">
        <p14:creationId xmlns:p14="http://schemas.microsoft.com/office/powerpoint/2010/main" val="375563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04C91-3B09-A2E6-4B53-72466629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Componenten, opamp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531E2F9-2A0D-8BEC-48C1-8BA5D960A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Texas Instruments NE5532 Dual Low noise opamp</a:t>
            </a:r>
          </a:p>
          <a:p>
            <a:pPr lvl="1"/>
            <a:r>
              <a:rPr lang="nl-NL" dirty="0"/>
              <a:t>Specifiek gemaakt voor audio, zeer lage slewrate</a:t>
            </a:r>
          </a:p>
          <a:p>
            <a:pPr lvl="1"/>
            <a:r>
              <a:rPr lang="nl-NL" dirty="0"/>
              <a:t>Zowel de SMD als de trough hole variant zijn beschikbaar op Mouser.com, trough hole zoiezo op </a:t>
            </a:r>
            <a:r>
              <a:rPr lang="nl-NL" dirty="0" err="1"/>
              <a:t>conrad</a:t>
            </a:r>
            <a:endParaRPr lang="nl-NL" dirty="0"/>
          </a:p>
          <a:p>
            <a:pPr lvl="1"/>
            <a:r>
              <a:rPr lang="nl-NL" dirty="0"/>
              <a:t>https://nl.mouser.com/ProductDetail/Texas-Instruments/NE5532PSR?qs=bkMXpVdiF42odhJUqZo0sQ%3D%3D</a:t>
            </a:r>
          </a:p>
          <a:p>
            <a:pPr marL="457200" lvl="1" indent="0">
              <a:buNone/>
            </a:pP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5035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419A5-4040-6F58-09F8-9C8C7BA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Componenten, BJT’s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064BE78-E35E-01FA-BD49-7624434B2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PNP: BC557, algemene PNP BJT</a:t>
            </a:r>
          </a:p>
          <a:p>
            <a:r>
              <a:rPr lang="nl-NL" dirty="0"/>
              <a:t>NPN: BC547, algemene NPN BJT</a:t>
            </a:r>
          </a:p>
          <a:p>
            <a:pPr marL="457200" lvl="1" indent="0">
              <a:buNone/>
            </a:pPr>
            <a:r>
              <a:rPr lang="nl-NL" dirty="0"/>
              <a:t>Niet lineaire regio's zijn makkelijk te behalen in deze transistoren, dus geschikt voor exponentiële converter</a:t>
            </a:r>
          </a:p>
          <a:p>
            <a:pPr marL="457200" lvl="1" indent="0">
              <a:buNone/>
            </a:pPr>
            <a:r>
              <a:rPr lang="nl-NL" dirty="0"/>
              <a:t>Zijn ook te verkrijgen op bijvoorbeeld Mouser of Conrad.</a:t>
            </a:r>
          </a:p>
          <a:p>
            <a:pPr marL="457200" lvl="1" indent="0">
              <a:buNone/>
            </a:pPr>
            <a:endParaRPr lang="nl-NL" dirty="0"/>
          </a:p>
          <a:p>
            <a:pPr marL="457200" lvl="1" indent="0">
              <a:buNone/>
            </a:pPr>
            <a:r>
              <a:rPr lang="nl-NL" dirty="0">
                <a:hlinkClick r:id="rId2"/>
              </a:rPr>
              <a:t>https://www.conrad.nl/nl/p/diotec-transistor-bjt-discreet-bc547c-to-92-3-aantal-kanalen-1-npn-140539.html</a:t>
            </a:r>
            <a:endParaRPr lang="nl-NL" dirty="0"/>
          </a:p>
          <a:p>
            <a:pPr marL="457200" lvl="1" indent="0">
              <a:buNone/>
            </a:pPr>
            <a:r>
              <a:rPr lang="nl-NL" dirty="0">
                <a:hlinkClick r:id="rId3"/>
              </a:rPr>
              <a:t>https://www.conrad.nl/nl/p/diotec-transistor-bjt-discreet-bc557b-to-92-3-aantal-kanalen-1-pnp-140543.html</a:t>
            </a:r>
            <a:endParaRPr lang="nl-NL" dirty="0"/>
          </a:p>
          <a:p>
            <a:pPr marL="457200" lvl="1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0063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1FFB16-36E2-9C5B-7899-D6554A4E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Componenten, diodes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4467B51-CC02-9E1E-0F2E-B95449249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1n4148 diode</a:t>
            </a:r>
          </a:p>
          <a:p>
            <a:pPr marL="457200" lvl="1" indent="0">
              <a:buNone/>
            </a:pPr>
            <a:r>
              <a:rPr lang="nl-NL" dirty="0"/>
              <a:t>In voorraad bij de labbeheerders</a:t>
            </a:r>
          </a:p>
          <a:p>
            <a:pPr marL="457200" lvl="1" indent="0">
              <a:buNone/>
            </a:pPr>
            <a:r>
              <a:rPr lang="nl-NL" dirty="0"/>
              <a:t>Kleine spanningsval over de diode</a:t>
            </a:r>
          </a:p>
          <a:p>
            <a:pPr marL="457200" lvl="1" indent="0">
              <a:buNone/>
            </a:pPr>
            <a:r>
              <a:rPr lang="nl-NL" dirty="0"/>
              <a:t>Geen onnodige grote waardes</a:t>
            </a:r>
          </a:p>
        </p:txBody>
      </p:sp>
    </p:spTree>
    <p:extLst>
      <p:ext uri="{BB962C8B-B14F-4D97-AF65-F5344CB8AC3E}">
        <p14:creationId xmlns:p14="http://schemas.microsoft.com/office/powerpoint/2010/main" val="277657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FD2781-21ED-57C0-6A25-F61E0B11B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Video aantoning stabiel zaagsignaal.</a:t>
            </a:r>
          </a:p>
        </p:txBody>
      </p:sp>
      <p:pic>
        <p:nvPicPr>
          <p:cNvPr id="5" name="Video 4" descr="Afbeelding met kabel, elektronica, Elektrische bedrading, computer&#10;&#10;Automatisch gegenereerde beschrijving">
            <a:hlinkClick r:id="" action="ppaction://media"/>
            <a:extLst>
              <a:ext uri="{FF2B5EF4-FFF2-40B4-BE49-F238E27FC236}">
                <a16:creationId xmlns:a16="http://schemas.microsoft.com/office/drawing/2014/main" id="{633510D0-3576-2F34-A72A-1719C0D4315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01458" y="643466"/>
            <a:ext cx="313241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7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2FD0D-3BB4-2247-C5A9-2207F284B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Beoordeling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481674E-60C6-4F07-2641-25AE4E1DA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Wat voldoet in dit ontwerp?</a:t>
            </a:r>
          </a:p>
          <a:p>
            <a:pPr lvl="1"/>
            <a:r>
              <a:rPr lang="nl-NL" dirty="0"/>
              <a:t>uitgang zaag en blok</a:t>
            </a:r>
          </a:p>
          <a:p>
            <a:pPr lvl="1"/>
            <a:r>
              <a:rPr lang="nl-NL" dirty="0"/>
              <a:t>2 uitgangsignalen</a:t>
            </a:r>
          </a:p>
          <a:p>
            <a:pPr lvl="1"/>
            <a:r>
              <a:rPr lang="nl-NL" dirty="0"/>
              <a:t>exponentiële toename frequentie op basis van ingang spanning</a:t>
            </a:r>
          </a:p>
          <a:p>
            <a:pPr lvl="1"/>
            <a:r>
              <a:rPr lang="nl-NL" dirty="0"/>
              <a:t>instelbare lineariteit</a:t>
            </a:r>
          </a:p>
          <a:p>
            <a:pPr lvl="1"/>
            <a:r>
              <a:rPr lang="nl-NL" dirty="0"/>
              <a:t>Instelbare finetune</a:t>
            </a:r>
          </a:p>
          <a:p>
            <a:pPr lvl="1"/>
            <a:r>
              <a:rPr lang="nl-NL" dirty="0"/>
              <a:t>stroombeveiliging</a:t>
            </a:r>
          </a:p>
          <a:p>
            <a:r>
              <a:rPr lang="nl-NL" dirty="0"/>
              <a:t>Wat ontbreekt nog?</a:t>
            </a:r>
          </a:p>
          <a:p>
            <a:pPr lvl="1"/>
            <a:r>
              <a:rPr lang="nl-NL" dirty="0"/>
              <a:t>Driehoekspanning</a:t>
            </a:r>
          </a:p>
          <a:p>
            <a:pPr lvl="1"/>
            <a:r>
              <a:rPr lang="nl-NL" dirty="0"/>
              <a:t>Middelen tegen warmtevervorming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140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CA7C4C-876A-2D68-092D-F4D2A2B4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nl-NL" sz="4000" dirty="0">
                <a:solidFill>
                  <a:srgbClr val="FFFFFF"/>
                </a:solidFill>
              </a:rPr>
              <a:t>Conclusie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B11FF16-5360-1E74-7B22-CA4C5AE37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nl-NL" sz="2000" dirty="0"/>
              <a:t>We zijn in </a:t>
            </a:r>
            <a:r>
              <a:rPr lang="nl-NL" sz="2000"/>
              <a:t>tijdsnood gekomen.</a:t>
            </a:r>
            <a:endParaRPr lang="nl-NL" sz="2000" dirty="0"/>
          </a:p>
          <a:p>
            <a:r>
              <a:rPr lang="nl-NL" sz="2000" dirty="0"/>
              <a:t>Ons ontwerp voldoet nog niet volledig aan onze eisen.</a:t>
            </a:r>
          </a:p>
          <a:p>
            <a:r>
              <a:rPr lang="nl-NL" sz="2000" dirty="0"/>
              <a:t>De basisfuncties van de VCO zijn operationeel.</a:t>
            </a:r>
          </a:p>
        </p:txBody>
      </p:sp>
    </p:spTree>
    <p:extLst>
      <p:ext uri="{BB962C8B-B14F-4D97-AF65-F5344CB8AC3E}">
        <p14:creationId xmlns:p14="http://schemas.microsoft.com/office/powerpoint/2010/main" val="44340689"/>
      </p:ext>
    </p:extLst>
  </p:cSld>
  <p:clrMapOvr>
    <a:masterClrMapping/>
  </p:clrMapOvr>
</p:sld>
</file>

<file path=ppt/theme/theme1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cbb9ec-7a5a-47df-86da-2fdb804d39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F9E7CE3F605F48808338EA777146EA" ma:contentTypeVersion="5" ma:contentTypeDescription="Create a new document." ma:contentTypeScope="" ma:versionID="217c49094ded4ebd19e67447b15a2670">
  <xsd:schema xmlns:xsd="http://www.w3.org/2001/XMLSchema" xmlns:xs="http://www.w3.org/2001/XMLSchema" xmlns:p="http://schemas.microsoft.com/office/2006/metadata/properties" xmlns:ns3="e6cbb9ec-7a5a-47df-86da-2fdb804d39dc" targetNamespace="http://schemas.microsoft.com/office/2006/metadata/properties" ma:root="true" ma:fieldsID="46dd601ebcd42aa2a2dcceb619a0821a" ns3:_="">
    <xsd:import namespace="e6cbb9ec-7a5a-47df-86da-2fdb804d39d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cbb9ec-7a5a-47df-86da-2fdb804d39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74EEA4-0F66-41A8-B75A-B9C11700C4BB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e6cbb9ec-7a5a-47df-86da-2fdb804d39dc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A621678-0BCD-4424-94A7-55E39C913D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cbb9ec-7a5a-47df-86da-2fdb804d39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533111-0F3B-482F-9D2B-D00E58CCC3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2276</TotalTime>
  <Words>373</Words>
  <Application>Microsoft Office PowerPoint</Application>
  <PresentationFormat>Breedbeeld</PresentationFormat>
  <Paragraphs>102</Paragraphs>
  <Slides>12</Slides>
  <Notes>0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1_Kantoorthema</vt:lpstr>
      <vt:lpstr>Modulaire Synthesizer, VCO hardware design.</vt:lpstr>
      <vt:lpstr>Inhoudsopgave</vt:lpstr>
      <vt:lpstr>inleiding</vt:lpstr>
      <vt:lpstr>PowerPoint-presentatie</vt:lpstr>
      <vt:lpstr>PowerPoint-presentatie</vt:lpstr>
      <vt:lpstr>PowerPoint-presentatie</vt:lpstr>
      <vt:lpstr>Componenten, opamp</vt:lpstr>
      <vt:lpstr>Componenten, BJT’s</vt:lpstr>
      <vt:lpstr>Componenten, diodes</vt:lpstr>
      <vt:lpstr>Video aantoning stabiel zaagsignaal.</vt:lpstr>
      <vt:lpstr>Beoordeling</vt:lpstr>
      <vt:lpstr>Conclusie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Thijn Berkhoff (student)</dc:creator>
  <cp:lastModifiedBy>Thijn Berkhoff (student)</cp:lastModifiedBy>
  <cp:revision>6</cp:revision>
  <dcterms:created xsi:type="dcterms:W3CDTF">2024-10-14T18:36:56Z</dcterms:created>
  <dcterms:modified xsi:type="dcterms:W3CDTF">2024-11-11T11:47:55Z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0x010100A8F9E7CE3F605F48808338EA777146EA</vt:lpwstr>
  </property>
</Properties>
</file>