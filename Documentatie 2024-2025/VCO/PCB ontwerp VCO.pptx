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6" r:id="rId4"/>
    <p:sldId id="268" r:id="rId5"/>
    <p:sldId id="261" r:id="rId6"/>
    <p:sldId id="269" r:id="rId7"/>
    <p:sldId id="272" r:id="rId8"/>
    <p:sldId id="271" r:id="rId9"/>
    <p:sldId id="264" r:id="rId10"/>
    <p:sldId id="273" r:id="rId11"/>
    <p:sldId id="274" r:id="rId12"/>
    <p:sldId id="275" r:id="rId13"/>
    <p:sldId id="276" r:id="rId14"/>
    <p:sldId id="277" r:id="rId1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2F093E-0EDC-488B-B684-7EB6FEC2BEE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826A4F-12ED-423A-B281-E3B64BD7999A}">
      <dgm:prSet/>
      <dgm:spPr/>
      <dgm:t>
        <a:bodyPr/>
        <a:lstStyle/>
        <a:p>
          <a:pPr rtl="0"/>
          <a:r>
            <a:rPr lang="en-US" dirty="0"/>
            <a:t>Opdracht: samen met verschillende modules een synthesizer maken</a:t>
          </a:r>
        </a:p>
      </dgm:t>
    </dgm:pt>
    <dgm:pt modelId="{5D7F64A2-4409-4D16-B1A0-F83C35A3D6E0}" type="parTrans" cxnId="{43184D4A-9B98-4CD8-B141-7F934EAA255B}">
      <dgm:prSet/>
      <dgm:spPr/>
      <dgm:t>
        <a:bodyPr/>
        <a:lstStyle/>
        <a:p>
          <a:endParaRPr lang="en-US"/>
        </a:p>
      </dgm:t>
    </dgm:pt>
    <dgm:pt modelId="{F3872A60-6C73-474A-8F65-A27C92CB7230}" type="sibTrans" cxnId="{43184D4A-9B98-4CD8-B141-7F934EAA255B}">
      <dgm:prSet/>
      <dgm:spPr/>
      <dgm:t>
        <a:bodyPr/>
        <a:lstStyle/>
        <a:p>
          <a:endParaRPr lang="en-US"/>
        </a:p>
      </dgm:t>
    </dgm:pt>
    <dgm:pt modelId="{5DCEF96B-92A9-4637-B8F5-76C9D0A1E342}">
      <dgm:prSet/>
      <dgm:spPr/>
      <dgm:t>
        <a:bodyPr/>
        <a:lstStyle/>
        <a:p>
          <a:r>
            <a:rPr lang="en-US" dirty="0"/>
            <a:t>Doelstelling: het maken van een werkende VCO die op de andere modules aansluit</a:t>
          </a:r>
        </a:p>
      </dgm:t>
    </dgm:pt>
    <dgm:pt modelId="{B55D1907-D159-40FE-A78B-BDB64782634A}" type="parTrans" cxnId="{AF240D9C-E93B-4C06-A422-B75055F9FA55}">
      <dgm:prSet/>
      <dgm:spPr/>
      <dgm:t>
        <a:bodyPr/>
        <a:lstStyle/>
        <a:p>
          <a:endParaRPr lang="en-US"/>
        </a:p>
      </dgm:t>
    </dgm:pt>
    <dgm:pt modelId="{7C0514EE-AEC8-4B76-9132-99A9D1EC14EA}" type="sibTrans" cxnId="{AF240D9C-E93B-4C06-A422-B75055F9FA55}">
      <dgm:prSet/>
      <dgm:spPr/>
      <dgm:t>
        <a:bodyPr/>
        <a:lstStyle/>
        <a:p>
          <a:endParaRPr lang="en-US"/>
        </a:p>
      </dgm:t>
    </dgm:pt>
    <dgm:pt modelId="{8C5624B3-7281-4EFF-A34D-739EFFB4B057}" type="pres">
      <dgm:prSet presAssocID="{F82F093E-0EDC-488B-B684-7EB6FEC2BE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0EF92B9-A669-45F8-BD11-05A2BB9674B0}" type="pres">
      <dgm:prSet presAssocID="{EC826A4F-12ED-423A-B281-E3B64BD7999A}" presName="hierRoot1" presStyleCnt="0"/>
      <dgm:spPr/>
    </dgm:pt>
    <dgm:pt modelId="{6A0E0EE3-77D9-4B90-9F65-112AACBCB1BC}" type="pres">
      <dgm:prSet presAssocID="{EC826A4F-12ED-423A-B281-E3B64BD7999A}" presName="composite" presStyleCnt="0"/>
      <dgm:spPr/>
    </dgm:pt>
    <dgm:pt modelId="{E49ABD29-6EA0-42E2-9B65-4CF21A9EBF33}" type="pres">
      <dgm:prSet presAssocID="{EC826A4F-12ED-423A-B281-E3B64BD7999A}" presName="background" presStyleLbl="node0" presStyleIdx="0" presStyleCnt="2"/>
      <dgm:spPr/>
    </dgm:pt>
    <dgm:pt modelId="{7D56FA40-7E71-4B91-9F3C-FB270E3ACB2B}" type="pres">
      <dgm:prSet presAssocID="{EC826A4F-12ED-423A-B281-E3B64BD7999A}" presName="text" presStyleLbl="fgAcc0" presStyleIdx="0" presStyleCnt="2">
        <dgm:presLayoutVars>
          <dgm:chPref val="3"/>
        </dgm:presLayoutVars>
      </dgm:prSet>
      <dgm:spPr/>
    </dgm:pt>
    <dgm:pt modelId="{78DE0BE5-A1D9-4542-B0A0-F30E7AA8728E}" type="pres">
      <dgm:prSet presAssocID="{EC826A4F-12ED-423A-B281-E3B64BD7999A}" presName="hierChild2" presStyleCnt="0"/>
      <dgm:spPr/>
    </dgm:pt>
    <dgm:pt modelId="{5E241B4A-A7CF-4F5B-AB33-364A092520B5}" type="pres">
      <dgm:prSet presAssocID="{5DCEF96B-92A9-4637-B8F5-76C9D0A1E342}" presName="hierRoot1" presStyleCnt="0"/>
      <dgm:spPr/>
    </dgm:pt>
    <dgm:pt modelId="{282DD089-C208-4904-A793-98249E9E8882}" type="pres">
      <dgm:prSet presAssocID="{5DCEF96B-92A9-4637-B8F5-76C9D0A1E342}" presName="composite" presStyleCnt="0"/>
      <dgm:spPr/>
    </dgm:pt>
    <dgm:pt modelId="{98B30E40-FA14-42E3-B014-96112248F000}" type="pres">
      <dgm:prSet presAssocID="{5DCEF96B-92A9-4637-B8F5-76C9D0A1E342}" presName="background" presStyleLbl="node0" presStyleIdx="1" presStyleCnt="2"/>
      <dgm:spPr/>
    </dgm:pt>
    <dgm:pt modelId="{F900FA4D-488E-4BA7-A227-65D056D0711E}" type="pres">
      <dgm:prSet presAssocID="{5DCEF96B-92A9-4637-B8F5-76C9D0A1E342}" presName="text" presStyleLbl="fgAcc0" presStyleIdx="1" presStyleCnt="2">
        <dgm:presLayoutVars>
          <dgm:chPref val="3"/>
        </dgm:presLayoutVars>
      </dgm:prSet>
      <dgm:spPr/>
    </dgm:pt>
    <dgm:pt modelId="{04CD57F2-1CAE-4248-8AF9-F597C97C9B38}" type="pres">
      <dgm:prSet presAssocID="{5DCEF96B-92A9-4637-B8F5-76C9D0A1E342}" presName="hierChild2" presStyleCnt="0"/>
      <dgm:spPr/>
    </dgm:pt>
  </dgm:ptLst>
  <dgm:cxnLst>
    <dgm:cxn modelId="{43184D4A-9B98-4CD8-B141-7F934EAA255B}" srcId="{F82F093E-0EDC-488B-B684-7EB6FEC2BEE6}" destId="{EC826A4F-12ED-423A-B281-E3B64BD7999A}" srcOrd="0" destOrd="0" parTransId="{5D7F64A2-4409-4D16-B1A0-F83C35A3D6E0}" sibTransId="{F3872A60-6C73-474A-8F65-A27C92CB7230}"/>
    <dgm:cxn modelId="{C60EE88D-2B4F-41FC-B3F7-D98E564B0E98}" type="presOf" srcId="{EC826A4F-12ED-423A-B281-E3B64BD7999A}" destId="{7D56FA40-7E71-4B91-9F3C-FB270E3ACB2B}" srcOrd="0" destOrd="0" presId="urn:microsoft.com/office/officeart/2005/8/layout/hierarchy1"/>
    <dgm:cxn modelId="{AF240D9C-E93B-4C06-A422-B75055F9FA55}" srcId="{F82F093E-0EDC-488B-B684-7EB6FEC2BEE6}" destId="{5DCEF96B-92A9-4637-B8F5-76C9D0A1E342}" srcOrd="1" destOrd="0" parTransId="{B55D1907-D159-40FE-A78B-BDB64782634A}" sibTransId="{7C0514EE-AEC8-4B76-9132-99A9D1EC14EA}"/>
    <dgm:cxn modelId="{5A81DADE-A8BE-4505-B123-139AA43FCD20}" type="presOf" srcId="{5DCEF96B-92A9-4637-B8F5-76C9D0A1E342}" destId="{F900FA4D-488E-4BA7-A227-65D056D0711E}" srcOrd="0" destOrd="0" presId="urn:microsoft.com/office/officeart/2005/8/layout/hierarchy1"/>
    <dgm:cxn modelId="{ABB8D8FB-971C-425E-9CDB-70639789AB1F}" type="presOf" srcId="{F82F093E-0EDC-488B-B684-7EB6FEC2BEE6}" destId="{8C5624B3-7281-4EFF-A34D-739EFFB4B057}" srcOrd="0" destOrd="0" presId="urn:microsoft.com/office/officeart/2005/8/layout/hierarchy1"/>
    <dgm:cxn modelId="{7927E19E-8B6E-435C-87CF-26A976C06157}" type="presParOf" srcId="{8C5624B3-7281-4EFF-A34D-739EFFB4B057}" destId="{40EF92B9-A669-45F8-BD11-05A2BB9674B0}" srcOrd="0" destOrd="0" presId="urn:microsoft.com/office/officeart/2005/8/layout/hierarchy1"/>
    <dgm:cxn modelId="{A537E575-E56C-4CE8-95A3-AA2DAA155646}" type="presParOf" srcId="{40EF92B9-A669-45F8-BD11-05A2BB9674B0}" destId="{6A0E0EE3-77D9-4B90-9F65-112AACBCB1BC}" srcOrd="0" destOrd="0" presId="urn:microsoft.com/office/officeart/2005/8/layout/hierarchy1"/>
    <dgm:cxn modelId="{C9EC31E5-AADE-4E39-BBA1-EDC91D50CDF5}" type="presParOf" srcId="{6A0E0EE3-77D9-4B90-9F65-112AACBCB1BC}" destId="{E49ABD29-6EA0-42E2-9B65-4CF21A9EBF33}" srcOrd="0" destOrd="0" presId="urn:microsoft.com/office/officeart/2005/8/layout/hierarchy1"/>
    <dgm:cxn modelId="{4FECCDC2-3812-42B2-B635-92738022A83D}" type="presParOf" srcId="{6A0E0EE3-77D9-4B90-9F65-112AACBCB1BC}" destId="{7D56FA40-7E71-4B91-9F3C-FB270E3ACB2B}" srcOrd="1" destOrd="0" presId="urn:microsoft.com/office/officeart/2005/8/layout/hierarchy1"/>
    <dgm:cxn modelId="{DB9FB273-E60D-4DF0-A1F5-6CC1B3ACDB6D}" type="presParOf" srcId="{40EF92B9-A669-45F8-BD11-05A2BB9674B0}" destId="{78DE0BE5-A1D9-4542-B0A0-F30E7AA8728E}" srcOrd="1" destOrd="0" presId="urn:microsoft.com/office/officeart/2005/8/layout/hierarchy1"/>
    <dgm:cxn modelId="{F5501762-F92C-4638-A62F-EBF4600A846E}" type="presParOf" srcId="{8C5624B3-7281-4EFF-A34D-739EFFB4B057}" destId="{5E241B4A-A7CF-4F5B-AB33-364A092520B5}" srcOrd="1" destOrd="0" presId="urn:microsoft.com/office/officeart/2005/8/layout/hierarchy1"/>
    <dgm:cxn modelId="{8B7CD976-6CF3-4103-AC05-B9677FCB5DC3}" type="presParOf" srcId="{5E241B4A-A7CF-4F5B-AB33-364A092520B5}" destId="{282DD089-C208-4904-A793-98249E9E8882}" srcOrd="0" destOrd="0" presId="urn:microsoft.com/office/officeart/2005/8/layout/hierarchy1"/>
    <dgm:cxn modelId="{3CB356AF-E7CE-49A9-8595-47BC99388EFC}" type="presParOf" srcId="{282DD089-C208-4904-A793-98249E9E8882}" destId="{98B30E40-FA14-42E3-B014-96112248F000}" srcOrd="0" destOrd="0" presId="urn:microsoft.com/office/officeart/2005/8/layout/hierarchy1"/>
    <dgm:cxn modelId="{033BFA27-6C76-45C4-B610-BB0906B8E86B}" type="presParOf" srcId="{282DD089-C208-4904-A793-98249E9E8882}" destId="{F900FA4D-488E-4BA7-A227-65D056D0711E}" srcOrd="1" destOrd="0" presId="urn:microsoft.com/office/officeart/2005/8/layout/hierarchy1"/>
    <dgm:cxn modelId="{E89123D5-858A-4677-9CEC-BFBD8A6D956E}" type="presParOf" srcId="{5E241B4A-A7CF-4F5B-AB33-364A092520B5}" destId="{04CD57F2-1CAE-4248-8AF9-F597C97C9B3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963AC5-088F-47E6-9D9C-75C1AAF59FB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3EF29E-D8DC-4A97-9144-E028C45A8502}">
      <dgm:prSet/>
      <dgm:spPr/>
      <dgm:t>
        <a:bodyPr/>
        <a:lstStyle/>
        <a:p>
          <a:r>
            <a:rPr lang="nl-NL"/>
            <a:t>Grotendeels SMD</a:t>
          </a:r>
          <a:endParaRPr lang="en-US"/>
        </a:p>
      </dgm:t>
    </dgm:pt>
    <dgm:pt modelId="{65316583-3929-4BD3-B45C-8EA4D596B84E}" type="parTrans" cxnId="{72001131-0BA2-4216-8868-63CEBACECC07}">
      <dgm:prSet/>
      <dgm:spPr/>
      <dgm:t>
        <a:bodyPr/>
        <a:lstStyle/>
        <a:p>
          <a:endParaRPr lang="en-US"/>
        </a:p>
      </dgm:t>
    </dgm:pt>
    <dgm:pt modelId="{4F161B59-5A8F-479B-B792-CF61737196AE}" type="sibTrans" cxnId="{72001131-0BA2-4216-8868-63CEBACECC07}">
      <dgm:prSet/>
      <dgm:spPr/>
      <dgm:t>
        <a:bodyPr/>
        <a:lstStyle/>
        <a:p>
          <a:endParaRPr lang="en-US"/>
        </a:p>
      </dgm:t>
    </dgm:pt>
    <dgm:pt modelId="{E415F475-9173-4161-98FA-4F81013BE152}">
      <dgm:prSet/>
      <dgm:spPr/>
      <dgm:t>
        <a:bodyPr/>
        <a:lstStyle/>
        <a:p>
          <a:r>
            <a:rPr lang="nl-NL"/>
            <a:t>Voldoet aan eurorack standaard</a:t>
          </a:r>
          <a:endParaRPr lang="en-US"/>
        </a:p>
      </dgm:t>
    </dgm:pt>
    <dgm:pt modelId="{0B9EFA30-8018-49DE-A2B9-1C1D631E45B5}" type="parTrans" cxnId="{832E1E8B-B231-40D8-81BD-7C9AECB87031}">
      <dgm:prSet/>
      <dgm:spPr/>
      <dgm:t>
        <a:bodyPr/>
        <a:lstStyle/>
        <a:p>
          <a:endParaRPr lang="en-US"/>
        </a:p>
      </dgm:t>
    </dgm:pt>
    <dgm:pt modelId="{FA7B0FFC-6D09-47F8-BDA7-09065A886168}" type="sibTrans" cxnId="{832E1E8B-B231-40D8-81BD-7C9AECB87031}">
      <dgm:prSet/>
      <dgm:spPr/>
      <dgm:t>
        <a:bodyPr/>
        <a:lstStyle/>
        <a:p>
          <a:endParaRPr lang="en-US"/>
        </a:p>
      </dgm:t>
    </dgm:pt>
    <dgm:pt modelId="{74BD9D39-F059-4F04-ACA5-CD5FCFD4461A}">
      <dgm:prSet/>
      <dgm:spPr/>
      <dgm:t>
        <a:bodyPr/>
        <a:lstStyle/>
        <a:p>
          <a:r>
            <a:rPr lang="nl-NL"/>
            <a:t>Geen routing hoeken van 90°</a:t>
          </a:r>
          <a:endParaRPr lang="en-US"/>
        </a:p>
      </dgm:t>
    </dgm:pt>
    <dgm:pt modelId="{3FDA3A64-1D7D-44A5-A740-CED0FD2D80D5}" type="parTrans" cxnId="{A43BD9F1-78D6-4577-9F6C-22C2AFF6AE69}">
      <dgm:prSet/>
      <dgm:spPr/>
      <dgm:t>
        <a:bodyPr/>
        <a:lstStyle/>
        <a:p>
          <a:endParaRPr lang="en-US"/>
        </a:p>
      </dgm:t>
    </dgm:pt>
    <dgm:pt modelId="{34196471-ECF1-4532-8B05-9AF6FB06658E}" type="sibTrans" cxnId="{A43BD9F1-78D6-4577-9F6C-22C2AFF6AE69}">
      <dgm:prSet/>
      <dgm:spPr/>
      <dgm:t>
        <a:bodyPr/>
        <a:lstStyle/>
        <a:p>
          <a:endParaRPr lang="en-US"/>
        </a:p>
      </dgm:t>
    </dgm:pt>
    <dgm:pt modelId="{4F981A51-9645-414D-A1C3-5E9D299A875A}">
      <dgm:prSet/>
      <dgm:spPr/>
      <dgm:t>
        <a:bodyPr/>
        <a:lstStyle/>
        <a:p>
          <a:r>
            <a:rPr lang="nl-NL"/>
            <a:t>Mounting holes aanwezig</a:t>
          </a:r>
          <a:endParaRPr lang="en-US"/>
        </a:p>
      </dgm:t>
    </dgm:pt>
    <dgm:pt modelId="{369D8F2A-BF29-4549-AB5D-B3664AED0A03}" type="parTrans" cxnId="{153ABFF1-9B00-486D-B54B-8201A6586611}">
      <dgm:prSet/>
      <dgm:spPr/>
      <dgm:t>
        <a:bodyPr/>
        <a:lstStyle/>
        <a:p>
          <a:endParaRPr lang="en-US"/>
        </a:p>
      </dgm:t>
    </dgm:pt>
    <dgm:pt modelId="{C446F5F9-4BCF-4308-9D81-9A350F856D12}" type="sibTrans" cxnId="{153ABFF1-9B00-486D-B54B-8201A6586611}">
      <dgm:prSet/>
      <dgm:spPr/>
      <dgm:t>
        <a:bodyPr/>
        <a:lstStyle/>
        <a:p>
          <a:endParaRPr lang="en-US"/>
        </a:p>
      </dgm:t>
    </dgm:pt>
    <dgm:pt modelId="{DA4FEF83-2A40-49B5-A649-E9486C6B2162}">
      <dgm:prSet/>
      <dgm:spPr/>
      <dgm:t>
        <a:bodyPr/>
        <a:lstStyle/>
        <a:p>
          <a:r>
            <a:rPr lang="nl-NL"/>
            <a:t>Connectiviteit met interface via header pins</a:t>
          </a:r>
          <a:endParaRPr lang="en-US"/>
        </a:p>
      </dgm:t>
    </dgm:pt>
    <dgm:pt modelId="{4B32BD09-41F3-48AB-B55B-70B85BF8FD1E}" type="parTrans" cxnId="{BB7B40B3-369C-4EB9-929D-C73D93BB302B}">
      <dgm:prSet/>
      <dgm:spPr/>
      <dgm:t>
        <a:bodyPr/>
        <a:lstStyle/>
        <a:p>
          <a:endParaRPr lang="en-US"/>
        </a:p>
      </dgm:t>
    </dgm:pt>
    <dgm:pt modelId="{D6D02B07-7887-4E25-8C1A-C1204216BEFF}" type="sibTrans" cxnId="{BB7B40B3-369C-4EB9-929D-C73D93BB302B}">
      <dgm:prSet/>
      <dgm:spPr/>
      <dgm:t>
        <a:bodyPr/>
        <a:lstStyle/>
        <a:p>
          <a:endParaRPr lang="en-US"/>
        </a:p>
      </dgm:t>
    </dgm:pt>
    <dgm:pt modelId="{DCC6BE90-9BA1-4BD8-94F7-14D6649509DC}">
      <dgm:prSet/>
      <dgm:spPr/>
      <dgm:t>
        <a:bodyPr/>
        <a:lstStyle/>
        <a:p>
          <a:r>
            <a:rPr lang="nl-NL"/>
            <a:t>Geen “dead copper” op de PCB</a:t>
          </a:r>
          <a:endParaRPr lang="en-US"/>
        </a:p>
      </dgm:t>
    </dgm:pt>
    <dgm:pt modelId="{63044F50-B0CA-4EB2-8942-EA6A5DC48EA8}" type="parTrans" cxnId="{1C8C1C79-1A36-44FB-AF01-9F86B3C367DF}">
      <dgm:prSet/>
      <dgm:spPr/>
      <dgm:t>
        <a:bodyPr/>
        <a:lstStyle/>
        <a:p>
          <a:endParaRPr lang="en-US"/>
        </a:p>
      </dgm:t>
    </dgm:pt>
    <dgm:pt modelId="{EDB07A83-E54E-4E10-A86B-8B1A92CF92EE}" type="sibTrans" cxnId="{1C8C1C79-1A36-44FB-AF01-9F86B3C367DF}">
      <dgm:prSet/>
      <dgm:spPr/>
      <dgm:t>
        <a:bodyPr/>
        <a:lstStyle/>
        <a:p>
          <a:endParaRPr lang="en-US"/>
        </a:p>
      </dgm:t>
    </dgm:pt>
    <dgm:pt modelId="{7096AA62-2C8E-4710-80F4-0BD48D428949}" type="pres">
      <dgm:prSet presAssocID="{41963AC5-088F-47E6-9D9C-75C1AAF59FB2}" presName="vert0" presStyleCnt="0">
        <dgm:presLayoutVars>
          <dgm:dir/>
          <dgm:animOne val="branch"/>
          <dgm:animLvl val="lvl"/>
        </dgm:presLayoutVars>
      </dgm:prSet>
      <dgm:spPr/>
    </dgm:pt>
    <dgm:pt modelId="{CBA148B4-3410-4AD1-B63B-6BDFAC5B51BA}" type="pres">
      <dgm:prSet presAssocID="{263EF29E-D8DC-4A97-9144-E028C45A8502}" presName="thickLine" presStyleLbl="alignNode1" presStyleIdx="0" presStyleCnt="6"/>
      <dgm:spPr/>
    </dgm:pt>
    <dgm:pt modelId="{D5324FB1-1859-44F7-A62D-9A2AF443AC52}" type="pres">
      <dgm:prSet presAssocID="{263EF29E-D8DC-4A97-9144-E028C45A8502}" presName="horz1" presStyleCnt="0"/>
      <dgm:spPr/>
    </dgm:pt>
    <dgm:pt modelId="{8DD5836D-1774-4538-98E0-E0CF6D59186B}" type="pres">
      <dgm:prSet presAssocID="{263EF29E-D8DC-4A97-9144-E028C45A8502}" presName="tx1" presStyleLbl="revTx" presStyleIdx="0" presStyleCnt="6"/>
      <dgm:spPr/>
    </dgm:pt>
    <dgm:pt modelId="{9FD9D94E-F390-4F04-A8C0-88717AF3455A}" type="pres">
      <dgm:prSet presAssocID="{263EF29E-D8DC-4A97-9144-E028C45A8502}" presName="vert1" presStyleCnt="0"/>
      <dgm:spPr/>
    </dgm:pt>
    <dgm:pt modelId="{35284AED-3978-4233-9DD8-F675243ECD08}" type="pres">
      <dgm:prSet presAssocID="{E415F475-9173-4161-98FA-4F81013BE152}" presName="thickLine" presStyleLbl="alignNode1" presStyleIdx="1" presStyleCnt="6"/>
      <dgm:spPr/>
    </dgm:pt>
    <dgm:pt modelId="{9F2255F7-4AEB-4DF5-B07D-85A90E5D2A3B}" type="pres">
      <dgm:prSet presAssocID="{E415F475-9173-4161-98FA-4F81013BE152}" presName="horz1" presStyleCnt="0"/>
      <dgm:spPr/>
    </dgm:pt>
    <dgm:pt modelId="{C5A859A8-200A-4EBB-AF57-B99EDFC2001A}" type="pres">
      <dgm:prSet presAssocID="{E415F475-9173-4161-98FA-4F81013BE152}" presName="tx1" presStyleLbl="revTx" presStyleIdx="1" presStyleCnt="6"/>
      <dgm:spPr/>
    </dgm:pt>
    <dgm:pt modelId="{17D3D13D-304A-471D-A04F-36BBAB86081C}" type="pres">
      <dgm:prSet presAssocID="{E415F475-9173-4161-98FA-4F81013BE152}" presName="vert1" presStyleCnt="0"/>
      <dgm:spPr/>
    </dgm:pt>
    <dgm:pt modelId="{80498D3A-090D-4CB5-B930-A9A63B8840F9}" type="pres">
      <dgm:prSet presAssocID="{74BD9D39-F059-4F04-ACA5-CD5FCFD4461A}" presName="thickLine" presStyleLbl="alignNode1" presStyleIdx="2" presStyleCnt="6"/>
      <dgm:spPr/>
    </dgm:pt>
    <dgm:pt modelId="{69E5E874-9146-4318-8F49-1CE4D9D1C6E6}" type="pres">
      <dgm:prSet presAssocID="{74BD9D39-F059-4F04-ACA5-CD5FCFD4461A}" presName="horz1" presStyleCnt="0"/>
      <dgm:spPr/>
    </dgm:pt>
    <dgm:pt modelId="{B7616DDA-EEB7-4700-B322-A9BF7D755191}" type="pres">
      <dgm:prSet presAssocID="{74BD9D39-F059-4F04-ACA5-CD5FCFD4461A}" presName="tx1" presStyleLbl="revTx" presStyleIdx="2" presStyleCnt="6"/>
      <dgm:spPr/>
    </dgm:pt>
    <dgm:pt modelId="{91077D06-31D9-4F62-A512-76C8093E5C5F}" type="pres">
      <dgm:prSet presAssocID="{74BD9D39-F059-4F04-ACA5-CD5FCFD4461A}" presName="vert1" presStyleCnt="0"/>
      <dgm:spPr/>
    </dgm:pt>
    <dgm:pt modelId="{DB8425EF-CB60-4523-90DF-00A74553541C}" type="pres">
      <dgm:prSet presAssocID="{4F981A51-9645-414D-A1C3-5E9D299A875A}" presName="thickLine" presStyleLbl="alignNode1" presStyleIdx="3" presStyleCnt="6"/>
      <dgm:spPr/>
    </dgm:pt>
    <dgm:pt modelId="{95E00F30-C9F6-405E-ACD5-8AC9DEB129D7}" type="pres">
      <dgm:prSet presAssocID="{4F981A51-9645-414D-A1C3-5E9D299A875A}" presName="horz1" presStyleCnt="0"/>
      <dgm:spPr/>
    </dgm:pt>
    <dgm:pt modelId="{F35D57EC-ED9A-40AE-A42F-615758B6F08F}" type="pres">
      <dgm:prSet presAssocID="{4F981A51-9645-414D-A1C3-5E9D299A875A}" presName="tx1" presStyleLbl="revTx" presStyleIdx="3" presStyleCnt="6"/>
      <dgm:spPr/>
    </dgm:pt>
    <dgm:pt modelId="{52D9E4B3-AEEA-4435-B383-6C9A9F109D09}" type="pres">
      <dgm:prSet presAssocID="{4F981A51-9645-414D-A1C3-5E9D299A875A}" presName="vert1" presStyleCnt="0"/>
      <dgm:spPr/>
    </dgm:pt>
    <dgm:pt modelId="{92EDACA4-00AF-40D3-980C-DC8A66C7BFD7}" type="pres">
      <dgm:prSet presAssocID="{DA4FEF83-2A40-49B5-A649-E9486C6B2162}" presName="thickLine" presStyleLbl="alignNode1" presStyleIdx="4" presStyleCnt="6"/>
      <dgm:spPr/>
    </dgm:pt>
    <dgm:pt modelId="{00800301-E1DF-4B0D-9B20-CC4357136BED}" type="pres">
      <dgm:prSet presAssocID="{DA4FEF83-2A40-49B5-A649-E9486C6B2162}" presName="horz1" presStyleCnt="0"/>
      <dgm:spPr/>
    </dgm:pt>
    <dgm:pt modelId="{91056EEA-E2C9-40E9-8885-E931A352B129}" type="pres">
      <dgm:prSet presAssocID="{DA4FEF83-2A40-49B5-A649-E9486C6B2162}" presName="tx1" presStyleLbl="revTx" presStyleIdx="4" presStyleCnt="6"/>
      <dgm:spPr/>
    </dgm:pt>
    <dgm:pt modelId="{5505B90C-4B77-47BE-B438-B00CF5277551}" type="pres">
      <dgm:prSet presAssocID="{DA4FEF83-2A40-49B5-A649-E9486C6B2162}" presName="vert1" presStyleCnt="0"/>
      <dgm:spPr/>
    </dgm:pt>
    <dgm:pt modelId="{010923BA-74D9-49A5-88F6-1AF40F4B4641}" type="pres">
      <dgm:prSet presAssocID="{DCC6BE90-9BA1-4BD8-94F7-14D6649509DC}" presName="thickLine" presStyleLbl="alignNode1" presStyleIdx="5" presStyleCnt="6"/>
      <dgm:spPr/>
    </dgm:pt>
    <dgm:pt modelId="{7FE0687B-8666-465B-8337-A344C85AD6EC}" type="pres">
      <dgm:prSet presAssocID="{DCC6BE90-9BA1-4BD8-94F7-14D6649509DC}" presName="horz1" presStyleCnt="0"/>
      <dgm:spPr/>
    </dgm:pt>
    <dgm:pt modelId="{E3EAEA65-B620-4CA8-9520-5823502B2C23}" type="pres">
      <dgm:prSet presAssocID="{DCC6BE90-9BA1-4BD8-94F7-14D6649509DC}" presName="tx1" presStyleLbl="revTx" presStyleIdx="5" presStyleCnt="6"/>
      <dgm:spPr/>
    </dgm:pt>
    <dgm:pt modelId="{665801E7-A786-401B-B931-FB1515D7D66E}" type="pres">
      <dgm:prSet presAssocID="{DCC6BE90-9BA1-4BD8-94F7-14D6649509DC}" presName="vert1" presStyleCnt="0"/>
      <dgm:spPr/>
    </dgm:pt>
  </dgm:ptLst>
  <dgm:cxnLst>
    <dgm:cxn modelId="{05FBB128-C7C7-4C76-A511-D438EC89FD19}" type="presOf" srcId="{4F981A51-9645-414D-A1C3-5E9D299A875A}" destId="{F35D57EC-ED9A-40AE-A42F-615758B6F08F}" srcOrd="0" destOrd="0" presId="urn:microsoft.com/office/officeart/2008/layout/LinedList"/>
    <dgm:cxn modelId="{72001131-0BA2-4216-8868-63CEBACECC07}" srcId="{41963AC5-088F-47E6-9D9C-75C1AAF59FB2}" destId="{263EF29E-D8DC-4A97-9144-E028C45A8502}" srcOrd="0" destOrd="0" parTransId="{65316583-3929-4BD3-B45C-8EA4D596B84E}" sibTransId="{4F161B59-5A8F-479B-B792-CF61737196AE}"/>
    <dgm:cxn modelId="{90DE4137-8F90-474E-ABE5-51A7DF7EBEC8}" type="presOf" srcId="{DA4FEF83-2A40-49B5-A649-E9486C6B2162}" destId="{91056EEA-E2C9-40E9-8885-E931A352B129}" srcOrd="0" destOrd="0" presId="urn:microsoft.com/office/officeart/2008/layout/LinedList"/>
    <dgm:cxn modelId="{0A39A26F-EC01-428D-AD41-D4657C6D8CE1}" type="presOf" srcId="{DCC6BE90-9BA1-4BD8-94F7-14D6649509DC}" destId="{E3EAEA65-B620-4CA8-9520-5823502B2C23}" srcOrd="0" destOrd="0" presId="urn:microsoft.com/office/officeart/2008/layout/LinedList"/>
    <dgm:cxn modelId="{1C8C1C79-1A36-44FB-AF01-9F86B3C367DF}" srcId="{41963AC5-088F-47E6-9D9C-75C1AAF59FB2}" destId="{DCC6BE90-9BA1-4BD8-94F7-14D6649509DC}" srcOrd="5" destOrd="0" parTransId="{63044F50-B0CA-4EB2-8942-EA6A5DC48EA8}" sibTransId="{EDB07A83-E54E-4E10-A86B-8B1A92CF92EE}"/>
    <dgm:cxn modelId="{9C02B389-F6B7-4243-BEE0-2402D0A0B240}" type="presOf" srcId="{263EF29E-D8DC-4A97-9144-E028C45A8502}" destId="{8DD5836D-1774-4538-98E0-E0CF6D59186B}" srcOrd="0" destOrd="0" presId="urn:microsoft.com/office/officeart/2008/layout/LinedList"/>
    <dgm:cxn modelId="{832E1E8B-B231-40D8-81BD-7C9AECB87031}" srcId="{41963AC5-088F-47E6-9D9C-75C1AAF59FB2}" destId="{E415F475-9173-4161-98FA-4F81013BE152}" srcOrd="1" destOrd="0" parTransId="{0B9EFA30-8018-49DE-A2B9-1C1D631E45B5}" sibTransId="{FA7B0FFC-6D09-47F8-BDA7-09065A886168}"/>
    <dgm:cxn modelId="{CECB658E-1BC7-49E8-B1DB-5BF75A5E99E4}" type="presOf" srcId="{E415F475-9173-4161-98FA-4F81013BE152}" destId="{C5A859A8-200A-4EBB-AF57-B99EDFC2001A}" srcOrd="0" destOrd="0" presId="urn:microsoft.com/office/officeart/2008/layout/LinedList"/>
    <dgm:cxn modelId="{BB7B40B3-369C-4EB9-929D-C73D93BB302B}" srcId="{41963AC5-088F-47E6-9D9C-75C1AAF59FB2}" destId="{DA4FEF83-2A40-49B5-A649-E9486C6B2162}" srcOrd="4" destOrd="0" parTransId="{4B32BD09-41F3-48AB-B55B-70B85BF8FD1E}" sibTransId="{D6D02B07-7887-4E25-8C1A-C1204216BEFF}"/>
    <dgm:cxn modelId="{3C0779C0-72E8-469E-8034-1676106C8F3E}" type="presOf" srcId="{41963AC5-088F-47E6-9D9C-75C1AAF59FB2}" destId="{7096AA62-2C8E-4710-80F4-0BD48D428949}" srcOrd="0" destOrd="0" presId="urn:microsoft.com/office/officeart/2008/layout/LinedList"/>
    <dgm:cxn modelId="{C05FDCED-D077-4B7A-B519-F643B562A3B7}" type="presOf" srcId="{74BD9D39-F059-4F04-ACA5-CD5FCFD4461A}" destId="{B7616DDA-EEB7-4700-B322-A9BF7D755191}" srcOrd="0" destOrd="0" presId="urn:microsoft.com/office/officeart/2008/layout/LinedList"/>
    <dgm:cxn modelId="{153ABFF1-9B00-486D-B54B-8201A6586611}" srcId="{41963AC5-088F-47E6-9D9C-75C1AAF59FB2}" destId="{4F981A51-9645-414D-A1C3-5E9D299A875A}" srcOrd="3" destOrd="0" parTransId="{369D8F2A-BF29-4549-AB5D-B3664AED0A03}" sibTransId="{C446F5F9-4BCF-4308-9D81-9A350F856D12}"/>
    <dgm:cxn modelId="{A43BD9F1-78D6-4577-9F6C-22C2AFF6AE69}" srcId="{41963AC5-088F-47E6-9D9C-75C1AAF59FB2}" destId="{74BD9D39-F059-4F04-ACA5-CD5FCFD4461A}" srcOrd="2" destOrd="0" parTransId="{3FDA3A64-1D7D-44A5-A740-CED0FD2D80D5}" sibTransId="{34196471-ECF1-4532-8B05-9AF6FB06658E}"/>
    <dgm:cxn modelId="{4FE8FF96-6E7D-4BEE-9D82-99ED93E8E598}" type="presParOf" srcId="{7096AA62-2C8E-4710-80F4-0BD48D428949}" destId="{CBA148B4-3410-4AD1-B63B-6BDFAC5B51BA}" srcOrd="0" destOrd="0" presId="urn:microsoft.com/office/officeart/2008/layout/LinedList"/>
    <dgm:cxn modelId="{D07701D4-BE5C-4A30-80F8-E5EF91AFD2EC}" type="presParOf" srcId="{7096AA62-2C8E-4710-80F4-0BD48D428949}" destId="{D5324FB1-1859-44F7-A62D-9A2AF443AC52}" srcOrd="1" destOrd="0" presId="urn:microsoft.com/office/officeart/2008/layout/LinedList"/>
    <dgm:cxn modelId="{523E0090-EF9C-4D17-AC0B-33A93C01885C}" type="presParOf" srcId="{D5324FB1-1859-44F7-A62D-9A2AF443AC52}" destId="{8DD5836D-1774-4538-98E0-E0CF6D59186B}" srcOrd="0" destOrd="0" presId="urn:microsoft.com/office/officeart/2008/layout/LinedList"/>
    <dgm:cxn modelId="{BD07636A-5823-4DAD-8F4C-A43D91721CA8}" type="presParOf" srcId="{D5324FB1-1859-44F7-A62D-9A2AF443AC52}" destId="{9FD9D94E-F390-4F04-A8C0-88717AF3455A}" srcOrd="1" destOrd="0" presId="urn:microsoft.com/office/officeart/2008/layout/LinedList"/>
    <dgm:cxn modelId="{97F36705-9809-44F7-B389-601821DD235F}" type="presParOf" srcId="{7096AA62-2C8E-4710-80F4-0BD48D428949}" destId="{35284AED-3978-4233-9DD8-F675243ECD08}" srcOrd="2" destOrd="0" presId="urn:microsoft.com/office/officeart/2008/layout/LinedList"/>
    <dgm:cxn modelId="{1BB2389F-C590-4C3D-AE9E-3337B7536A2D}" type="presParOf" srcId="{7096AA62-2C8E-4710-80F4-0BD48D428949}" destId="{9F2255F7-4AEB-4DF5-B07D-85A90E5D2A3B}" srcOrd="3" destOrd="0" presId="urn:microsoft.com/office/officeart/2008/layout/LinedList"/>
    <dgm:cxn modelId="{607817B8-D653-4CCB-8744-B3735C458528}" type="presParOf" srcId="{9F2255F7-4AEB-4DF5-B07D-85A90E5D2A3B}" destId="{C5A859A8-200A-4EBB-AF57-B99EDFC2001A}" srcOrd="0" destOrd="0" presId="urn:microsoft.com/office/officeart/2008/layout/LinedList"/>
    <dgm:cxn modelId="{5D912921-C165-45A8-815D-683D454355DA}" type="presParOf" srcId="{9F2255F7-4AEB-4DF5-B07D-85A90E5D2A3B}" destId="{17D3D13D-304A-471D-A04F-36BBAB86081C}" srcOrd="1" destOrd="0" presId="urn:microsoft.com/office/officeart/2008/layout/LinedList"/>
    <dgm:cxn modelId="{61650541-DEE9-49E0-8394-BEF649D67AAA}" type="presParOf" srcId="{7096AA62-2C8E-4710-80F4-0BD48D428949}" destId="{80498D3A-090D-4CB5-B930-A9A63B8840F9}" srcOrd="4" destOrd="0" presId="urn:microsoft.com/office/officeart/2008/layout/LinedList"/>
    <dgm:cxn modelId="{47AF933D-991D-47B1-AE8B-4399FFAFF08F}" type="presParOf" srcId="{7096AA62-2C8E-4710-80F4-0BD48D428949}" destId="{69E5E874-9146-4318-8F49-1CE4D9D1C6E6}" srcOrd="5" destOrd="0" presId="urn:microsoft.com/office/officeart/2008/layout/LinedList"/>
    <dgm:cxn modelId="{50FA3BD7-4A0B-4D4A-9AD5-3E69376BDE39}" type="presParOf" srcId="{69E5E874-9146-4318-8F49-1CE4D9D1C6E6}" destId="{B7616DDA-EEB7-4700-B322-A9BF7D755191}" srcOrd="0" destOrd="0" presId="urn:microsoft.com/office/officeart/2008/layout/LinedList"/>
    <dgm:cxn modelId="{E578111D-C97F-4B0C-ADEF-86B03E503C1D}" type="presParOf" srcId="{69E5E874-9146-4318-8F49-1CE4D9D1C6E6}" destId="{91077D06-31D9-4F62-A512-76C8093E5C5F}" srcOrd="1" destOrd="0" presId="urn:microsoft.com/office/officeart/2008/layout/LinedList"/>
    <dgm:cxn modelId="{18DCB73E-4CDE-4BD8-BD42-BD7849F57E05}" type="presParOf" srcId="{7096AA62-2C8E-4710-80F4-0BD48D428949}" destId="{DB8425EF-CB60-4523-90DF-00A74553541C}" srcOrd="6" destOrd="0" presId="urn:microsoft.com/office/officeart/2008/layout/LinedList"/>
    <dgm:cxn modelId="{C1D7B9B4-1BE5-4933-B5CB-722F90CFC736}" type="presParOf" srcId="{7096AA62-2C8E-4710-80F4-0BD48D428949}" destId="{95E00F30-C9F6-405E-ACD5-8AC9DEB129D7}" srcOrd="7" destOrd="0" presId="urn:microsoft.com/office/officeart/2008/layout/LinedList"/>
    <dgm:cxn modelId="{354E8A7A-99BA-4E3B-BEB4-4F768E938291}" type="presParOf" srcId="{95E00F30-C9F6-405E-ACD5-8AC9DEB129D7}" destId="{F35D57EC-ED9A-40AE-A42F-615758B6F08F}" srcOrd="0" destOrd="0" presId="urn:microsoft.com/office/officeart/2008/layout/LinedList"/>
    <dgm:cxn modelId="{C1DC9970-3D18-4423-A804-40B9602C6AAF}" type="presParOf" srcId="{95E00F30-C9F6-405E-ACD5-8AC9DEB129D7}" destId="{52D9E4B3-AEEA-4435-B383-6C9A9F109D09}" srcOrd="1" destOrd="0" presId="urn:microsoft.com/office/officeart/2008/layout/LinedList"/>
    <dgm:cxn modelId="{9C92D508-DE99-4A86-8FEE-60DF727F94A0}" type="presParOf" srcId="{7096AA62-2C8E-4710-80F4-0BD48D428949}" destId="{92EDACA4-00AF-40D3-980C-DC8A66C7BFD7}" srcOrd="8" destOrd="0" presId="urn:microsoft.com/office/officeart/2008/layout/LinedList"/>
    <dgm:cxn modelId="{689D9D97-644F-4EE5-9482-D3A3885A2390}" type="presParOf" srcId="{7096AA62-2C8E-4710-80F4-0BD48D428949}" destId="{00800301-E1DF-4B0D-9B20-CC4357136BED}" srcOrd="9" destOrd="0" presId="urn:microsoft.com/office/officeart/2008/layout/LinedList"/>
    <dgm:cxn modelId="{E4359745-1CAE-442B-9613-87ADD0B83669}" type="presParOf" srcId="{00800301-E1DF-4B0D-9B20-CC4357136BED}" destId="{91056EEA-E2C9-40E9-8885-E931A352B129}" srcOrd="0" destOrd="0" presId="urn:microsoft.com/office/officeart/2008/layout/LinedList"/>
    <dgm:cxn modelId="{C6931C06-2BBE-4643-A272-E6EAFC4F1902}" type="presParOf" srcId="{00800301-E1DF-4B0D-9B20-CC4357136BED}" destId="{5505B90C-4B77-47BE-B438-B00CF5277551}" srcOrd="1" destOrd="0" presId="urn:microsoft.com/office/officeart/2008/layout/LinedList"/>
    <dgm:cxn modelId="{C3FCF245-6E1A-4345-9718-71D15E7A3DEB}" type="presParOf" srcId="{7096AA62-2C8E-4710-80F4-0BD48D428949}" destId="{010923BA-74D9-49A5-88F6-1AF40F4B4641}" srcOrd="10" destOrd="0" presId="urn:microsoft.com/office/officeart/2008/layout/LinedList"/>
    <dgm:cxn modelId="{B21BABC6-F34E-4BB2-9B96-B0A427AB0F2B}" type="presParOf" srcId="{7096AA62-2C8E-4710-80F4-0BD48D428949}" destId="{7FE0687B-8666-465B-8337-A344C85AD6EC}" srcOrd="11" destOrd="0" presId="urn:microsoft.com/office/officeart/2008/layout/LinedList"/>
    <dgm:cxn modelId="{0CF6D5CF-7CDB-4626-BBC6-1024F87EA7B7}" type="presParOf" srcId="{7FE0687B-8666-465B-8337-A344C85AD6EC}" destId="{E3EAEA65-B620-4CA8-9520-5823502B2C23}" srcOrd="0" destOrd="0" presId="urn:microsoft.com/office/officeart/2008/layout/LinedList"/>
    <dgm:cxn modelId="{D52C3AFB-02C0-4370-83C3-B7E0FD6D5111}" type="presParOf" srcId="{7FE0687B-8666-465B-8337-A344C85AD6EC}" destId="{665801E7-A786-401B-B931-FB1515D7D6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ABD29-6EA0-42E2-9B65-4CF21A9EBF33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6FA40-7E71-4B91-9F3C-FB270E3ACB2B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Opdracht: samen met verschillende modules een synthesizer maken</a:t>
          </a:r>
        </a:p>
      </dsp:txBody>
      <dsp:txXfrm>
        <a:off x="696297" y="538547"/>
        <a:ext cx="4171627" cy="2590157"/>
      </dsp:txXfrm>
    </dsp:sp>
    <dsp:sp modelId="{98B30E40-FA14-42E3-B014-96112248F000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00FA4D-488E-4BA7-A227-65D056D0711E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Doelstelling: het maken van een werkende VCO die op de andere modules aansluit</a:t>
          </a:r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A148B4-3410-4AD1-B63B-6BDFAC5B51BA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5836D-1774-4538-98E0-E0CF6D59186B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300" kern="1200"/>
            <a:t>Grotendeels SMD</a:t>
          </a:r>
          <a:endParaRPr lang="en-US" sz="3300" kern="1200"/>
        </a:p>
      </dsp:txBody>
      <dsp:txXfrm>
        <a:off x="0" y="2124"/>
        <a:ext cx="10515600" cy="724514"/>
      </dsp:txXfrm>
    </dsp:sp>
    <dsp:sp modelId="{35284AED-3978-4233-9DD8-F675243ECD08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859A8-200A-4EBB-AF57-B99EDFC2001A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300" kern="1200"/>
            <a:t>Voldoet aan eurorack standaard</a:t>
          </a:r>
          <a:endParaRPr lang="en-US" sz="3300" kern="1200"/>
        </a:p>
      </dsp:txBody>
      <dsp:txXfrm>
        <a:off x="0" y="726639"/>
        <a:ext cx="10515600" cy="724514"/>
      </dsp:txXfrm>
    </dsp:sp>
    <dsp:sp modelId="{80498D3A-090D-4CB5-B930-A9A63B8840F9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616DDA-EEB7-4700-B322-A9BF7D755191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300" kern="1200"/>
            <a:t>Geen routing hoeken van 90°</a:t>
          </a:r>
          <a:endParaRPr lang="en-US" sz="3300" kern="1200"/>
        </a:p>
      </dsp:txBody>
      <dsp:txXfrm>
        <a:off x="0" y="1451154"/>
        <a:ext cx="10515600" cy="724514"/>
      </dsp:txXfrm>
    </dsp:sp>
    <dsp:sp modelId="{DB8425EF-CB60-4523-90DF-00A74553541C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D57EC-ED9A-40AE-A42F-615758B6F08F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300" kern="1200"/>
            <a:t>Mounting holes aanwezig</a:t>
          </a:r>
          <a:endParaRPr lang="en-US" sz="3300" kern="1200"/>
        </a:p>
      </dsp:txBody>
      <dsp:txXfrm>
        <a:off x="0" y="2175669"/>
        <a:ext cx="10515600" cy="724514"/>
      </dsp:txXfrm>
    </dsp:sp>
    <dsp:sp modelId="{92EDACA4-00AF-40D3-980C-DC8A66C7BFD7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056EEA-E2C9-40E9-8885-E931A352B129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300" kern="1200"/>
            <a:t>Connectiviteit met interface via header pins</a:t>
          </a:r>
          <a:endParaRPr lang="en-US" sz="3300" kern="1200"/>
        </a:p>
      </dsp:txBody>
      <dsp:txXfrm>
        <a:off x="0" y="2900183"/>
        <a:ext cx="10515600" cy="724514"/>
      </dsp:txXfrm>
    </dsp:sp>
    <dsp:sp modelId="{010923BA-74D9-49A5-88F6-1AF40F4B4641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AEA65-B620-4CA8-9520-5823502B2C23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3300" kern="1200"/>
            <a:t>Geen “dead copper” op de PCB</a:t>
          </a:r>
          <a:endParaRPr lang="en-US" sz="3300" kern="1200"/>
        </a:p>
      </dsp:txBody>
      <dsp:txXfrm>
        <a:off x="0" y="3624698"/>
        <a:ext cx="10515600" cy="724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75CD0E-95ED-8598-4570-51FDA7860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7B1D89E-1C43-B5C2-3E78-C2892A184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F5E691E-A185-410B-F8F1-280BC5338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20-11-2024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A497B8E-24D3-8CC7-C85A-F83C72C8F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AA3A236-CE20-1017-DA64-44707AD2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0075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B1502F-F787-AF7F-F7AD-A02B7CF0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C56BE7-CF25-9211-9CB3-E45EBCA44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54EDDB-AC09-956D-B592-A4AE3AA64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20-11-2024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DC30CB4-CCBE-DD6F-AD7A-250BEA90D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C161141-543A-5887-BB51-CA8F458A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8085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06442B-6B54-1B10-EA33-7AE89669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9A9C4BE-010A-ABB9-E80C-DBC83DD1B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763975-5BA7-B482-399D-386E3FB5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20-11-2024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3E38AD4-838D-D877-5D3A-AD3AC0DE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0DAFB73-3B6A-B6DA-708B-2E9EDC591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5091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EF72D1-272B-FD53-1BD3-F9DE5BCC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5E7A3B7-C5D4-1D9E-416F-575C22841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FD05BF5-9623-0BE0-99A0-F0233E1F7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8DE692C-29D6-3F93-1752-0FF2543D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20-11-2024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92F5595-42FE-648C-DB04-607A8732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E8639E5-72C8-EE2A-1FF3-A13805A8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164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48DA54-DAFE-0EE8-5FAF-35C024486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8D6C317-ACA7-2FC3-DD2C-5E94FADF9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366FBA1-626A-0B03-3445-90A03F6B0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6A06CCF-9757-B7D4-9320-F05D269AD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6BA6716-CFE8-D034-85C2-CB8BB38AD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96CFB79-1FB4-8BD4-BF3D-A2A52DE3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20-11-2024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652F01B-1742-70A5-C866-0B64CB896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744F5D8-06E5-84B9-3161-728A80BD4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25321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8ACB44-4B22-993D-EF82-769747DA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8A95351-FDA3-9DDD-9C79-829668FC5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20-11-2024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587AB1F-8447-1B7E-85C4-8A10E7E9C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1F39C47-8ACA-EE02-9E78-530ACF95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1715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2439F54-5FCD-3552-77E4-B852CA9DA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20-11-2024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343C369-98FF-FF4A-F266-A3B81F1A7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1833601-56E8-746D-536C-59D01752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084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7BA4E9-B4B2-999C-18BA-763470F65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516105C-0BE1-7F68-4645-62B497C63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46E2A78-56D8-35E2-B824-FED645EE0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7BFF4F1-602A-46B9-05EC-EFEC0B4A0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20-11-2024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3D9689E-798C-4916-1AE5-6387B7568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FD7B4EA-6C58-75BA-A5A2-1A9BF78D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647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7B4423-CB15-D7EF-A14B-C2890E6A5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E2D67A9-A405-FBCF-35BF-3BCA4B439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A588094-B9E6-6107-0C7F-5FFD2F67D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389F866-6956-62F0-B59B-046B65E7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20-11-2024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4AC7F24-92BD-507A-A103-47CFF2637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355C2F4-7E9B-5BA8-24E3-595B907A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186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8358FC-3E47-E488-03B3-DD0317E89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8CB4C48-4C34-5398-17DF-5EF6C9863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695CCF2-60D2-2CF2-81DB-DE640DAA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20-11-2024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3097BC-AA70-932E-42EF-91C90120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DFDFCE4-DA3E-4D46-32E5-2CB292D7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6198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5ED9E42-2C06-F051-016A-543B9FF1A1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35A6EB2-0173-994B-154E-34F6713AA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860C6D1-96BB-086F-9E9B-2797F467A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20-11-2024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14C8C8C-4018-DAA2-4720-076526E3C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1CA116D-35C2-BC8F-E531-E7B88C26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8238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E60DC1B-2DDF-E7B6-855E-A912219E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6A36A9E-22F5-1343-A45B-693AC08C3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1EFC587-C084-E4F4-A8A4-75D7F86BF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F36F5-B3D0-4638-B174-D5D333E67D42}" type="datetimeFigureOut">
              <a:rPr lang="nl-NL" smtClean="0"/>
              <a:t>20-11-2024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782E312-A4F4-D60D-EFED-84AF5AFC4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5B52BD1-3E8A-6782-B789-F41F44667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887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8A31EB-EB36-AF22-F4C9-2D56E4CE7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nl-NL" sz="4800">
                <a:solidFill>
                  <a:srgbClr val="FFFFFF"/>
                </a:solidFill>
              </a:rPr>
              <a:t>Modulaire Synthesizer, VCO</a:t>
            </a:r>
            <a:br>
              <a:rPr lang="nl-NL" sz="4800">
                <a:solidFill>
                  <a:srgbClr val="FFFFFF"/>
                </a:solidFill>
              </a:rPr>
            </a:br>
            <a:r>
              <a:rPr lang="nl-NL" sz="4800">
                <a:solidFill>
                  <a:srgbClr val="FFFFFF"/>
                </a:solidFill>
              </a:rPr>
              <a:t>Plan van aanpak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F6C6F14-274A-102B-ED69-7875D935A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496424"/>
            <a:ext cx="4393278" cy="1275938"/>
          </a:xfrm>
        </p:spPr>
        <p:txBody>
          <a:bodyPr anchor="t">
            <a:normAutofit fontScale="77500" lnSpcReduction="20000"/>
          </a:bodyPr>
          <a:lstStyle/>
          <a:p>
            <a:pPr algn="l">
              <a:lnSpc>
                <a:spcPct val="100000"/>
              </a:lnSpc>
            </a:pPr>
            <a:r>
              <a:rPr lang="nl-NL" dirty="0">
                <a:solidFill>
                  <a:srgbClr val="FFFFFF"/>
                </a:solidFill>
              </a:rPr>
              <a:t>Thijn Berkhoff – 1198746</a:t>
            </a:r>
          </a:p>
          <a:p>
            <a:pPr algn="l">
              <a:lnSpc>
                <a:spcPct val="100000"/>
              </a:lnSpc>
            </a:pPr>
            <a:r>
              <a:rPr lang="nl-NL" dirty="0">
                <a:solidFill>
                  <a:srgbClr val="FFFFFF"/>
                </a:solidFill>
              </a:rPr>
              <a:t>Ralph Hänninger – 1197535	</a:t>
            </a:r>
          </a:p>
          <a:p>
            <a:pPr algn="l">
              <a:lnSpc>
                <a:spcPct val="100000"/>
              </a:lnSpc>
            </a:pPr>
            <a:r>
              <a:rPr lang="nl-NL" dirty="0">
                <a:solidFill>
                  <a:srgbClr val="FFFFFF"/>
                </a:solidFill>
              </a:rPr>
              <a:t>Begeleid door Marco Winkelman en Richard Rosing</a:t>
            </a:r>
          </a:p>
          <a:p>
            <a:pPr algn="l"/>
            <a:endParaRPr lang="nl-NL" dirty="0">
              <a:solidFill>
                <a:srgbClr val="FFFFFF"/>
              </a:solidFill>
            </a:endParaRPr>
          </a:p>
          <a:p>
            <a:pPr algn="l"/>
            <a:endParaRPr lang="nl-NL" sz="1700" dirty="0">
              <a:solidFill>
                <a:srgbClr val="FFFFFF"/>
              </a:solidFill>
            </a:endParaRPr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26" name="Picture 2" descr="Mijn startpagina">
            <a:extLst>
              <a:ext uri="{FF2B5EF4-FFF2-40B4-BE49-F238E27FC236}">
                <a16:creationId xmlns:a16="http://schemas.microsoft.com/office/drawing/2014/main" id="{BAAB9480-6CAA-23EF-36F4-5EF3E7A06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0559" y="2525210"/>
            <a:ext cx="3737164" cy="182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613F1F95-8AEB-FA91-2657-1D7F72CF0920}"/>
              </a:ext>
            </a:extLst>
          </p:cNvPr>
          <p:cNvSpPr txBox="1"/>
          <p:nvPr/>
        </p:nvSpPr>
        <p:spPr>
          <a:xfrm>
            <a:off x="10058400" y="5606792"/>
            <a:ext cx="2133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white"/>
                </a:solidFill>
                <a:latin typeface="Aptos" panose="02110004020202020204"/>
              </a:rPr>
              <a:t>20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-11-2024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Zwolle</a:t>
            </a:r>
          </a:p>
        </p:txBody>
      </p:sp>
    </p:spTree>
    <p:extLst>
      <p:ext uri="{BB962C8B-B14F-4D97-AF65-F5344CB8AC3E}">
        <p14:creationId xmlns:p14="http://schemas.microsoft.com/office/powerpoint/2010/main" val="2853897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4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Afbeelding 6" descr="Afbeelding met stroomkring, Elektronische engineering, elektronica, Elektronisch onderdeel&#10;&#10;Automatisch gegenereerde beschrijving">
            <a:extLst>
              <a:ext uri="{FF2B5EF4-FFF2-40B4-BE49-F238E27FC236}">
                <a16:creationId xmlns:a16="http://schemas.microsoft.com/office/drawing/2014/main" id="{5D5CFD85-98F2-E733-830C-955453B6E9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3" r="19516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52" name="Rectangle 4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C33450-F739-7895-F3E6-4D9558FD1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/>
              <a:t>Inhoudsopgave</a:t>
            </a:r>
            <a:endParaRPr lang="en-US" sz="4000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6DCCDE8-E540-C95D-ABB2-DFD197C6E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nl-NL" sz="2000" dirty="0"/>
              <a:t>Inleiding</a:t>
            </a:r>
          </a:p>
          <a:p>
            <a:r>
              <a:rPr lang="nl-NL" sz="2000" dirty="0"/>
              <a:t>PCB ontwerp</a:t>
            </a:r>
          </a:p>
          <a:p>
            <a:r>
              <a:rPr lang="nl-NL" sz="2000" dirty="0"/>
              <a:t>Design rule check</a:t>
            </a:r>
          </a:p>
          <a:p>
            <a:r>
              <a:rPr lang="nl-NL" sz="2000" dirty="0"/>
              <a:t>Onderbouwing plaatsing componenten</a:t>
            </a:r>
          </a:p>
          <a:p>
            <a:r>
              <a:rPr lang="nl-NL" sz="2000" dirty="0"/>
              <a:t>Einde</a:t>
            </a:r>
          </a:p>
          <a:p>
            <a:endParaRPr lang="nl-NL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2043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391CD-5946-DFA6-5382-1EABEEE05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inleiding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64335E-F4BD-A8AB-DFF8-B197EFFDF1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8603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041FB3-6DB4-C56A-0F0B-75861AFD0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Eisen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2299B5D-B096-C634-92AF-C78D087DF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Functioneel</a:t>
            </a:r>
          </a:p>
        </p:txBody>
      </p:sp>
      <p:graphicFrame>
        <p:nvGraphicFramePr>
          <p:cNvPr id="7" name="Tijdelijke aanduiding voor inhoud 6">
            <a:extLst>
              <a:ext uri="{FF2B5EF4-FFF2-40B4-BE49-F238E27FC236}">
                <a16:creationId xmlns:a16="http://schemas.microsoft.com/office/drawing/2014/main" id="{4AE1666D-8FBF-2B10-B607-4D338B991DE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17271616"/>
              </p:ext>
            </p:extLst>
          </p:nvPr>
        </p:nvGraphicFramePr>
        <p:xfrm>
          <a:off x="839788" y="2505075"/>
          <a:ext cx="515778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93">
                  <a:extLst>
                    <a:ext uri="{9D8B030D-6E8A-4147-A177-3AD203B41FA5}">
                      <a16:colId xmlns:a16="http://schemas.microsoft.com/office/drawing/2014/main" val="2433542687"/>
                    </a:ext>
                  </a:extLst>
                </a:gridCol>
                <a:gridCol w="2578893">
                  <a:extLst>
                    <a:ext uri="{9D8B030D-6E8A-4147-A177-3AD203B41FA5}">
                      <a16:colId xmlns:a16="http://schemas.microsoft.com/office/drawing/2014/main" val="3999820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Eisen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Voldaan?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518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1v / octaaf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167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2 uitgangssignalen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130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Blok, driehoek en (inverse )zaagsignaal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Driehoeksignaal ontbreekt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500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Instelbare lineariteit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870461"/>
                  </a:ext>
                </a:extLst>
              </a:tr>
            </a:tbl>
          </a:graphicData>
        </a:graphic>
      </p:graphicFrame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25F2336-EFFC-E0A9-D4DA-117B25B2A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Niet functioneel</a:t>
            </a:r>
          </a:p>
        </p:txBody>
      </p:sp>
      <p:graphicFrame>
        <p:nvGraphicFramePr>
          <p:cNvPr id="8" name="Tijdelijke aanduiding voor inhoud 7">
            <a:extLst>
              <a:ext uri="{FF2B5EF4-FFF2-40B4-BE49-F238E27FC236}">
                <a16:creationId xmlns:a16="http://schemas.microsoft.com/office/drawing/2014/main" id="{B1ED7647-2BED-044C-0D19-E4511465CD27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868682434"/>
              </p:ext>
            </p:extLst>
          </p:nvPr>
        </p:nvGraphicFramePr>
        <p:xfrm>
          <a:off x="6172200" y="2505075"/>
          <a:ext cx="518318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1594">
                  <a:extLst>
                    <a:ext uri="{9D8B030D-6E8A-4147-A177-3AD203B41FA5}">
                      <a16:colId xmlns:a16="http://schemas.microsoft.com/office/drawing/2014/main" val="3216873911"/>
                    </a:ext>
                  </a:extLst>
                </a:gridCol>
                <a:gridCol w="2591594">
                  <a:extLst>
                    <a:ext uri="{9D8B030D-6E8A-4147-A177-3AD203B41FA5}">
                      <a16:colId xmlns:a16="http://schemas.microsoft.com/office/drawing/2014/main" val="4092993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Eisen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Voldaan?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711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Stroombeveiliging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862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Zichtbare elektronica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58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Preventie warmtevervorming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228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132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30330B-C6B0-785F-A383-4B8813C16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PCB ontwerp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F61970F3-C5AE-57BB-CB91-8B52902145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7589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4C8C715-19FD-F026-53DD-0B557C6D3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Voorkant PCB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41FC8D4C-4D71-656C-7009-90C2FBFB7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9154" y="1966293"/>
            <a:ext cx="989369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60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B9EC7-92CD-FD7E-ABCC-CBAC77CE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5DBEA12-4972-1482-A5B8-B4D0A5D6C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Achterkant PCB</a:t>
            </a:r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96A9DE5B-A2BA-3315-8904-4B7A9D414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3516" y="1966293"/>
            <a:ext cx="978496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2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9BC0542-8B9C-C7B8-0984-B2A3E18B6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Schematische weergave PCB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C782193C-13D2-7DF4-8266-2146C61CD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486" y="1966293"/>
            <a:ext cx="9839026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14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F826F7-8A6F-2C44-3125-96F49A756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nl-NL" sz="5400"/>
              <a:t>Design Rule Check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7F3984E-EC27-A77A-87EC-36D984F61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nl-NL" sz="2200" dirty="0"/>
              <a:t>Design voldoet aan de check van Altium</a:t>
            </a:r>
          </a:p>
          <a:p>
            <a:r>
              <a:rPr lang="nl-NL" sz="2200" dirty="0"/>
              <a:t>Rules van fabrikant zijn meegenomen</a:t>
            </a:r>
          </a:p>
          <a:p>
            <a:endParaRPr lang="nl-NL" sz="2200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35BE2EA-B0B5-6C4F-0E2F-7E0B7D94D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52811"/>
            <a:ext cx="6903720" cy="395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372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A0D3694-5F7A-FFC9-0716-001B395B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nl-NL" sz="2600"/>
              <a:t>Onderbouwing plaatsing componenten</a:t>
            </a:r>
            <a:br>
              <a:rPr lang="nl-NL" sz="2600"/>
            </a:br>
            <a:r>
              <a:rPr lang="nl-NL" sz="2600"/>
              <a:t>BJT’s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CBA5F8F-66BF-2FF7-5EBB-BEA5FBCF0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nl-NL" sz="2200" dirty="0"/>
              <a:t>Dicht bij elkaar</a:t>
            </a:r>
          </a:p>
          <a:p>
            <a:r>
              <a:rPr lang="nl-NL" sz="2200" dirty="0"/>
              <a:t>Dicht bij de VCO’s</a:t>
            </a:r>
          </a:p>
          <a:p>
            <a:endParaRPr lang="nl-NL" sz="2200" dirty="0"/>
          </a:p>
          <a:p>
            <a:r>
              <a:rPr lang="nl-NL" sz="2200" dirty="0"/>
              <a:t>Geeft minder warmtegevoeligheid</a:t>
            </a:r>
          </a:p>
          <a:p>
            <a:r>
              <a:rPr lang="nl-NL" sz="2200" dirty="0"/>
              <a:t>Geen onnodig lange draden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F05C61D-279E-80EA-B30B-43EDDB5382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7" r="9535" b="-2"/>
          <a:stretch/>
        </p:blipFill>
        <p:spPr>
          <a:xfrm>
            <a:off x="5308774" y="640080"/>
            <a:ext cx="5594764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95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45AE95-755D-B6EA-34CB-D50B96574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nl-NL" sz="2600"/>
              <a:t>Onderbouwing plaatsing componenten</a:t>
            </a:r>
            <a:br>
              <a:rPr lang="nl-NL" sz="2600"/>
            </a:br>
            <a:r>
              <a:rPr lang="nl-NL" sz="2600"/>
              <a:t>opamps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9513CEB-5DF9-010D-DAB9-27EBC4B3F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nl-NL" sz="2200" dirty="0"/>
              <a:t>VCO’s in het midden</a:t>
            </a:r>
          </a:p>
          <a:p>
            <a:r>
              <a:rPr lang="nl-NL" sz="2200" dirty="0"/>
              <a:t>Inverter, comparator en buffer links</a:t>
            </a:r>
          </a:p>
          <a:p>
            <a:endParaRPr lang="nl-NL" sz="2200" dirty="0"/>
          </a:p>
          <a:p>
            <a:r>
              <a:rPr lang="nl-NL" sz="2200" dirty="0"/>
              <a:t>VCO’s </a:t>
            </a:r>
            <a:r>
              <a:rPr lang="nl-NL" sz="2200" noProof="1"/>
              <a:t>liggen</a:t>
            </a:r>
            <a:r>
              <a:rPr lang="nl-NL" sz="2200" dirty="0"/>
              <a:t> zo lekker centraal</a:t>
            </a:r>
          </a:p>
          <a:p>
            <a:r>
              <a:rPr lang="nl-NL" sz="2200" dirty="0"/>
              <a:t>De linkerkant is zo gereserveerd voor signaalverwerking</a:t>
            </a:r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796FED60-BDE7-66C6-BD71-DDE4188BD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943661"/>
            <a:ext cx="6903720" cy="497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53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8A34EC-3231-3FB8-A602-398B24F56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 kern="1200">
                <a:latin typeface="+mj-lt"/>
                <a:ea typeface="+mj-ea"/>
                <a:cs typeface="+mj-cs"/>
              </a:rPr>
              <a:t>Onderbouwing plaatsing componenten condensatoren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9B5FDF-25E8-1B68-D08E-DB96D5795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nl-NL" sz="2200" kern="1200" dirty="0">
                <a:latin typeface="+mn-lt"/>
                <a:ea typeface="+mn-ea"/>
                <a:cs typeface="+mn-cs"/>
              </a:rPr>
              <a:t>Ontkoppel condensators dichtbij hun IC’s</a:t>
            </a:r>
          </a:p>
          <a:p>
            <a:r>
              <a:rPr lang="nl-NL" sz="2200" kern="1200" dirty="0">
                <a:latin typeface="+mn-lt"/>
                <a:ea typeface="+mn-ea"/>
                <a:cs typeface="+mn-cs"/>
              </a:rPr>
              <a:t>Condensators voor de VCO’s bij elkaar</a:t>
            </a:r>
          </a:p>
          <a:p>
            <a:endParaRPr lang="nl-NL" sz="2200" dirty="0"/>
          </a:p>
          <a:p>
            <a:r>
              <a:rPr lang="nl-NL" sz="2200" kern="1200" dirty="0">
                <a:latin typeface="+mn-lt"/>
                <a:ea typeface="+mn-ea"/>
                <a:cs typeface="+mn-cs"/>
              </a:rPr>
              <a:t>Minder ruis op de voedingslijnen</a:t>
            </a:r>
          </a:p>
          <a:p>
            <a:r>
              <a:rPr lang="nl-NL" sz="2200" kern="1200" dirty="0">
                <a:latin typeface="+mn-lt"/>
                <a:ea typeface="+mn-ea"/>
                <a:cs typeface="+mn-cs"/>
              </a:rPr>
              <a:t>De condensator banken zijn makkelijker te solderen</a:t>
            </a:r>
          </a:p>
          <a:p>
            <a:endParaRPr lang="nl-NL" sz="2200" kern="12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nl-NL" sz="22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5" name="Afbeelding 4" descr="Afbeelding met stroomkring, Elektronische engineering, Elektronisch onderdeel, Passief stroomkringonderdeel&#10;&#10;Automatisch gegenereerde beschrijving">
            <a:extLst>
              <a:ext uri="{FF2B5EF4-FFF2-40B4-BE49-F238E27FC236}">
                <a16:creationId xmlns:a16="http://schemas.microsoft.com/office/drawing/2014/main" id="{9DB371B2-5247-B0CD-BF0A-88F2CC724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53514"/>
            <a:ext cx="6903720" cy="415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92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0863E2-97BE-2A2E-AEC7-8E9E1735C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nl-NL" sz="3800" dirty="0"/>
              <a:t>Onderbouwing plaatsing componenten                                       in- en outputs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B8706B9-0BB3-2292-5868-674D18A2F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nl-NL" sz="2200" dirty="0"/>
              <a:t>Voeding dichtbij de rand</a:t>
            </a:r>
          </a:p>
          <a:p>
            <a:r>
              <a:rPr lang="nl-NL" sz="2200" dirty="0"/>
              <a:t>In- en uitgangsignaal met headers</a:t>
            </a:r>
          </a:p>
          <a:p>
            <a:endParaRPr lang="nl-NL" sz="2200" dirty="0"/>
          </a:p>
          <a:p>
            <a:r>
              <a:rPr lang="nl-NL" sz="2200" dirty="0"/>
              <a:t>Voedingskabel kan makkelijker ingeplugd worden</a:t>
            </a:r>
          </a:p>
          <a:p>
            <a:r>
              <a:rPr lang="nl-NL" sz="2200" dirty="0"/>
              <a:t>Flexibiliteit voor het plaatsen van de audiojacks</a:t>
            </a:r>
          </a:p>
          <a:p>
            <a:endParaRPr lang="nl-NL" sz="2200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988317A-35F8-FD2A-C2FD-DE5500363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931" y="498347"/>
            <a:ext cx="4262766" cy="5861305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635D84C3-BB3C-E282-E423-EB249744B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816" y="1165860"/>
            <a:ext cx="2176272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77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Afbeelding 8" descr="Afbeelding met stroomkring, Elektronische engineering, elektronica, Elektronisch onderdeel&#10;&#10;Automatisch gegenereerde beschrijving">
            <a:extLst>
              <a:ext uri="{FF2B5EF4-FFF2-40B4-BE49-F238E27FC236}">
                <a16:creationId xmlns:a16="http://schemas.microsoft.com/office/drawing/2014/main" id="{7445E0E8-B6F8-078D-671B-556962865A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3581" b="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79AE9177-F66D-2A9B-EDF1-89E550FC3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nl-NL" sz="6600" dirty="0">
                <a:solidFill>
                  <a:schemeClr val="bg1"/>
                </a:solidFill>
              </a:rPr>
              <a:t>Einde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CDDACEB5-4278-8823-07DB-77DF1B445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Zijn er nog vragen?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92741"/>
      </p:ext>
    </p:extLst>
  </p:cSld>
  <p:clrMapOvr>
    <a:masterClrMapping/>
  </p:clrMapOvr>
</p:sld>
</file>

<file path=ppt/theme/theme1.xml><?xml version="1.0" encoding="utf-8"?>
<a:theme xmlns:a="http://schemas.openxmlformats.org/drawingml/2006/main" name="1_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258</Words>
  <Application>Microsoft Office PowerPoint</Application>
  <PresentationFormat>Breedbeeld</PresentationFormat>
  <Paragraphs>75</Paragraphs>
  <Slides>14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1_Kantoorthema</vt:lpstr>
      <vt:lpstr>Modulaire Synthesizer, VCO Plan van aanpak</vt:lpstr>
      <vt:lpstr>Inhoudsopgave</vt:lpstr>
      <vt:lpstr>inleiding</vt:lpstr>
      <vt:lpstr>Eisen</vt:lpstr>
      <vt:lpstr>PCB ontwerp</vt:lpstr>
      <vt:lpstr>Voorkant PCB</vt:lpstr>
      <vt:lpstr>Achterkant PCB</vt:lpstr>
      <vt:lpstr>Schematische weergave PCB</vt:lpstr>
      <vt:lpstr>Design Rule Check</vt:lpstr>
      <vt:lpstr>Onderbouwing plaatsing componenten BJT’s</vt:lpstr>
      <vt:lpstr>Onderbouwing plaatsing componenten opamps</vt:lpstr>
      <vt:lpstr>Onderbouwing plaatsing componenten condensatoren</vt:lpstr>
      <vt:lpstr>Onderbouwing plaatsing componenten                                       in- en outputs</vt:lpstr>
      <vt:lpstr>Einde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Thijn Berkhoff (student)</dc:creator>
  <cp:lastModifiedBy>Thijn Berkhoff (student)</cp:lastModifiedBy>
  <cp:revision>10</cp:revision>
  <dcterms:created xsi:type="dcterms:W3CDTF">2024-11-18T13:21:23Z</dcterms:created>
  <dcterms:modified xsi:type="dcterms:W3CDTF">2024-11-20T12:24:45Z</dcterms:modified>
</cp:coreProperties>
</file>