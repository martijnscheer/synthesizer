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1" r:id="rId9"/>
    <p:sldId id="260" r:id="rId10"/>
    <p:sldId id="263" r:id="rId11"/>
    <p:sldId id="267" r:id="rId12"/>
    <p:sldId id="264" r:id="rId13"/>
    <p:sldId id="262" r:id="rId14"/>
    <p:sldId id="265" r:id="rId15"/>
    <p:sldId id="266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771B44-CC9A-4A99-9186-5B2FF3BF248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E820FA-B585-478F-BACA-5BA4013B48E5}">
      <dgm:prSet/>
      <dgm:spPr/>
      <dgm:t>
        <a:bodyPr/>
        <a:lstStyle/>
        <a:p>
          <a:r>
            <a:rPr lang="nl-NL" dirty="0"/>
            <a:t>Inleiding</a:t>
          </a:r>
          <a:endParaRPr lang="en-US" dirty="0"/>
        </a:p>
      </dgm:t>
    </dgm:pt>
    <dgm:pt modelId="{00AF3020-FC74-466E-9CEF-9B5064F9BBFB}" type="parTrans" cxnId="{1D0F43BE-0B1C-4EC3-A16F-4056082EA68C}">
      <dgm:prSet/>
      <dgm:spPr/>
      <dgm:t>
        <a:bodyPr/>
        <a:lstStyle/>
        <a:p>
          <a:endParaRPr lang="en-US"/>
        </a:p>
      </dgm:t>
    </dgm:pt>
    <dgm:pt modelId="{4F783986-A56D-410A-A786-B9CDB12203D9}" type="sibTrans" cxnId="{1D0F43BE-0B1C-4EC3-A16F-4056082EA68C}">
      <dgm:prSet/>
      <dgm:spPr/>
      <dgm:t>
        <a:bodyPr/>
        <a:lstStyle/>
        <a:p>
          <a:endParaRPr lang="en-US"/>
        </a:p>
      </dgm:t>
    </dgm:pt>
    <dgm:pt modelId="{F6D52F54-5350-47B4-B7AD-8B3B2E20EFF7}">
      <dgm:prSet/>
      <dgm:spPr/>
      <dgm:t>
        <a:bodyPr/>
        <a:lstStyle/>
        <a:p>
          <a:r>
            <a:rPr lang="nl-NL" dirty="0"/>
            <a:t>Eisen en beperkingen</a:t>
          </a:r>
          <a:endParaRPr lang="en-US" dirty="0"/>
        </a:p>
      </dgm:t>
    </dgm:pt>
    <dgm:pt modelId="{0C978C5D-D063-4FB3-A527-A125040CC2FC}" type="parTrans" cxnId="{C1C60DAF-1206-4906-9BE8-F5EEA0F2239A}">
      <dgm:prSet/>
      <dgm:spPr/>
      <dgm:t>
        <a:bodyPr/>
        <a:lstStyle/>
        <a:p>
          <a:endParaRPr lang="en-US"/>
        </a:p>
      </dgm:t>
    </dgm:pt>
    <dgm:pt modelId="{FC2808F5-8A00-40A0-B615-02BC37506FA2}" type="sibTrans" cxnId="{C1C60DAF-1206-4906-9BE8-F5EEA0F2239A}">
      <dgm:prSet/>
      <dgm:spPr/>
      <dgm:t>
        <a:bodyPr/>
        <a:lstStyle/>
        <a:p>
          <a:endParaRPr lang="en-US"/>
        </a:p>
      </dgm:t>
    </dgm:pt>
    <dgm:pt modelId="{A8C5027E-D277-4B69-B6D5-9ED742AF1A68}">
      <dgm:prSet/>
      <dgm:spPr/>
      <dgm:t>
        <a:bodyPr/>
        <a:lstStyle/>
        <a:p>
          <a:r>
            <a:rPr lang="nl-NL" dirty="0"/>
            <a:t>Conceptoplossing</a:t>
          </a:r>
          <a:endParaRPr lang="en-US" dirty="0"/>
        </a:p>
      </dgm:t>
    </dgm:pt>
    <dgm:pt modelId="{812971B4-A3B2-4638-95C2-AEB950A321C5}" type="parTrans" cxnId="{B66B1A1A-04B3-4AFF-B57E-9AC8E31E651A}">
      <dgm:prSet/>
      <dgm:spPr/>
      <dgm:t>
        <a:bodyPr/>
        <a:lstStyle/>
        <a:p>
          <a:endParaRPr lang="en-US"/>
        </a:p>
      </dgm:t>
    </dgm:pt>
    <dgm:pt modelId="{D9F0A072-90E1-4092-8082-FD98EB9E90C7}" type="sibTrans" cxnId="{B66B1A1A-04B3-4AFF-B57E-9AC8E31E651A}">
      <dgm:prSet/>
      <dgm:spPr/>
      <dgm:t>
        <a:bodyPr/>
        <a:lstStyle/>
        <a:p>
          <a:endParaRPr lang="en-US"/>
        </a:p>
      </dgm:t>
    </dgm:pt>
    <dgm:pt modelId="{AF026D92-1A0B-4E0F-8A9F-A07098BC2B87}">
      <dgm:prSet/>
      <dgm:spPr/>
      <dgm:t>
        <a:bodyPr/>
        <a:lstStyle/>
        <a:p>
          <a:r>
            <a:rPr lang="nl-NL" dirty="0"/>
            <a:t>Vergelijking concepten</a:t>
          </a:r>
          <a:endParaRPr lang="en-US" dirty="0"/>
        </a:p>
      </dgm:t>
    </dgm:pt>
    <dgm:pt modelId="{06995BA0-F3CF-4D9B-B775-7FFE55642E94}" type="parTrans" cxnId="{DD11FAFD-F722-4E0C-ACA8-15F1244377D5}">
      <dgm:prSet/>
      <dgm:spPr/>
      <dgm:t>
        <a:bodyPr/>
        <a:lstStyle/>
        <a:p>
          <a:endParaRPr lang="en-US"/>
        </a:p>
      </dgm:t>
    </dgm:pt>
    <dgm:pt modelId="{184614EF-DEAF-46A0-867A-97C88558812B}" type="sibTrans" cxnId="{DD11FAFD-F722-4E0C-ACA8-15F1244377D5}">
      <dgm:prSet/>
      <dgm:spPr/>
      <dgm:t>
        <a:bodyPr/>
        <a:lstStyle/>
        <a:p>
          <a:endParaRPr lang="en-US"/>
        </a:p>
      </dgm:t>
    </dgm:pt>
    <dgm:pt modelId="{35E1BB08-CA60-4BD0-AAA2-8582DC24C48C}" type="pres">
      <dgm:prSet presAssocID="{73771B44-CC9A-4A99-9186-5B2FF3BF248B}" presName="linear" presStyleCnt="0">
        <dgm:presLayoutVars>
          <dgm:animLvl val="lvl"/>
          <dgm:resizeHandles val="exact"/>
        </dgm:presLayoutVars>
      </dgm:prSet>
      <dgm:spPr/>
    </dgm:pt>
    <dgm:pt modelId="{EEB674E8-DAE2-4135-8DD9-466CC3EFBA67}" type="pres">
      <dgm:prSet presAssocID="{0BE820FA-B585-478F-BACA-5BA4013B48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1B6E6D5-9186-44BC-8B5D-1D4B864698AE}" type="pres">
      <dgm:prSet presAssocID="{4F783986-A56D-410A-A786-B9CDB12203D9}" presName="spacer" presStyleCnt="0"/>
      <dgm:spPr/>
    </dgm:pt>
    <dgm:pt modelId="{651A1A80-EC8A-4FD6-8C4D-18E252CB0562}" type="pres">
      <dgm:prSet presAssocID="{F6D52F54-5350-47B4-B7AD-8B3B2E20EF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1899DB-741F-472A-A1EF-EAD8E66620FD}" type="pres">
      <dgm:prSet presAssocID="{FC2808F5-8A00-40A0-B615-02BC37506FA2}" presName="spacer" presStyleCnt="0"/>
      <dgm:spPr/>
    </dgm:pt>
    <dgm:pt modelId="{F28185C1-D0A2-4FC8-848F-6E6E79D739FA}" type="pres">
      <dgm:prSet presAssocID="{A8C5027E-D277-4B69-B6D5-9ED742AF1A6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79802AE-F5F0-4736-B9A0-B88CF879C373}" type="pres">
      <dgm:prSet presAssocID="{D9F0A072-90E1-4092-8082-FD98EB9E90C7}" presName="spacer" presStyleCnt="0"/>
      <dgm:spPr/>
    </dgm:pt>
    <dgm:pt modelId="{E1BBDE1D-35F7-4F13-B1CE-708965D5D9DA}" type="pres">
      <dgm:prSet presAssocID="{AF026D92-1A0B-4E0F-8A9F-A07098BC2B8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8B6E18-D8C3-41CF-956C-377AA2813515}" type="presOf" srcId="{0BE820FA-B585-478F-BACA-5BA4013B48E5}" destId="{EEB674E8-DAE2-4135-8DD9-466CC3EFBA67}" srcOrd="0" destOrd="0" presId="urn:microsoft.com/office/officeart/2005/8/layout/vList2"/>
    <dgm:cxn modelId="{B66B1A1A-04B3-4AFF-B57E-9AC8E31E651A}" srcId="{73771B44-CC9A-4A99-9186-5B2FF3BF248B}" destId="{A8C5027E-D277-4B69-B6D5-9ED742AF1A68}" srcOrd="2" destOrd="0" parTransId="{812971B4-A3B2-4638-95C2-AEB950A321C5}" sibTransId="{D9F0A072-90E1-4092-8082-FD98EB9E90C7}"/>
    <dgm:cxn modelId="{7DFE2E63-E803-48E3-948E-CD6DBFA02F94}" type="presOf" srcId="{F6D52F54-5350-47B4-B7AD-8B3B2E20EFF7}" destId="{651A1A80-EC8A-4FD6-8C4D-18E252CB0562}" srcOrd="0" destOrd="0" presId="urn:microsoft.com/office/officeart/2005/8/layout/vList2"/>
    <dgm:cxn modelId="{C1C60DAF-1206-4906-9BE8-F5EEA0F2239A}" srcId="{73771B44-CC9A-4A99-9186-5B2FF3BF248B}" destId="{F6D52F54-5350-47B4-B7AD-8B3B2E20EFF7}" srcOrd="1" destOrd="0" parTransId="{0C978C5D-D063-4FB3-A527-A125040CC2FC}" sibTransId="{FC2808F5-8A00-40A0-B615-02BC37506FA2}"/>
    <dgm:cxn modelId="{1D0F43BE-0B1C-4EC3-A16F-4056082EA68C}" srcId="{73771B44-CC9A-4A99-9186-5B2FF3BF248B}" destId="{0BE820FA-B585-478F-BACA-5BA4013B48E5}" srcOrd="0" destOrd="0" parTransId="{00AF3020-FC74-466E-9CEF-9B5064F9BBFB}" sibTransId="{4F783986-A56D-410A-A786-B9CDB12203D9}"/>
    <dgm:cxn modelId="{97E6ACC9-6325-4BFB-8B45-AECF1983293F}" type="presOf" srcId="{A8C5027E-D277-4B69-B6D5-9ED742AF1A68}" destId="{F28185C1-D0A2-4FC8-848F-6E6E79D739FA}" srcOrd="0" destOrd="0" presId="urn:microsoft.com/office/officeart/2005/8/layout/vList2"/>
    <dgm:cxn modelId="{49927BCD-E2B4-4598-B602-9E12E5B28C36}" type="presOf" srcId="{AF026D92-1A0B-4E0F-8A9F-A07098BC2B87}" destId="{E1BBDE1D-35F7-4F13-B1CE-708965D5D9DA}" srcOrd="0" destOrd="0" presId="urn:microsoft.com/office/officeart/2005/8/layout/vList2"/>
    <dgm:cxn modelId="{52CE5CD9-5974-4BAA-923A-FDCA43B0E48C}" type="presOf" srcId="{73771B44-CC9A-4A99-9186-5B2FF3BF248B}" destId="{35E1BB08-CA60-4BD0-AAA2-8582DC24C48C}" srcOrd="0" destOrd="0" presId="urn:microsoft.com/office/officeart/2005/8/layout/vList2"/>
    <dgm:cxn modelId="{DD11FAFD-F722-4E0C-ACA8-15F1244377D5}" srcId="{73771B44-CC9A-4A99-9186-5B2FF3BF248B}" destId="{AF026D92-1A0B-4E0F-8A9F-A07098BC2B87}" srcOrd="3" destOrd="0" parTransId="{06995BA0-F3CF-4D9B-B775-7FFE55642E94}" sibTransId="{184614EF-DEAF-46A0-867A-97C88558812B}"/>
    <dgm:cxn modelId="{D2FF41EB-B0A8-4B0B-A6D5-2C607A710B7C}" type="presParOf" srcId="{35E1BB08-CA60-4BD0-AAA2-8582DC24C48C}" destId="{EEB674E8-DAE2-4135-8DD9-466CC3EFBA67}" srcOrd="0" destOrd="0" presId="urn:microsoft.com/office/officeart/2005/8/layout/vList2"/>
    <dgm:cxn modelId="{C59F008E-F031-472F-AD2D-1B060B1E4DCC}" type="presParOf" srcId="{35E1BB08-CA60-4BD0-AAA2-8582DC24C48C}" destId="{91B6E6D5-9186-44BC-8B5D-1D4B864698AE}" srcOrd="1" destOrd="0" presId="urn:microsoft.com/office/officeart/2005/8/layout/vList2"/>
    <dgm:cxn modelId="{AAA963A5-7FAB-48DA-8118-5B1E1CB7E598}" type="presParOf" srcId="{35E1BB08-CA60-4BD0-AAA2-8582DC24C48C}" destId="{651A1A80-EC8A-4FD6-8C4D-18E252CB0562}" srcOrd="2" destOrd="0" presId="urn:microsoft.com/office/officeart/2005/8/layout/vList2"/>
    <dgm:cxn modelId="{6824AC3A-0032-4D19-9414-3EA9247487F7}" type="presParOf" srcId="{35E1BB08-CA60-4BD0-AAA2-8582DC24C48C}" destId="{E31899DB-741F-472A-A1EF-EAD8E66620FD}" srcOrd="3" destOrd="0" presId="urn:microsoft.com/office/officeart/2005/8/layout/vList2"/>
    <dgm:cxn modelId="{0F28CDF3-066C-461A-87C7-31AE76A7CFBE}" type="presParOf" srcId="{35E1BB08-CA60-4BD0-AAA2-8582DC24C48C}" destId="{F28185C1-D0A2-4FC8-848F-6E6E79D739FA}" srcOrd="4" destOrd="0" presId="urn:microsoft.com/office/officeart/2005/8/layout/vList2"/>
    <dgm:cxn modelId="{FD467D08-0E6E-4DA8-ABEA-6FFEDE755BAF}" type="presParOf" srcId="{35E1BB08-CA60-4BD0-AAA2-8582DC24C48C}" destId="{679802AE-F5F0-4736-B9A0-B88CF879C373}" srcOrd="5" destOrd="0" presId="urn:microsoft.com/office/officeart/2005/8/layout/vList2"/>
    <dgm:cxn modelId="{907035B9-CEDF-412D-9336-FD59293DCAFD}" type="presParOf" srcId="{35E1BB08-CA60-4BD0-AAA2-8582DC24C48C}" destId="{E1BBDE1D-35F7-4F13-B1CE-708965D5D9D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C37B6F-72D3-493A-BECC-74A2DD786D2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41D1062-C878-4846-B8A4-B5C5BF8EF1A7}">
      <dgm:prSet/>
      <dgm:spPr/>
      <dgm:t>
        <a:bodyPr/>
        <a:lstStyle/>
        <a:p>
          <a:r>
            <a:rPr lang="nl-NL" noProof="1"/>
            <a:t>Opdracht:</a:t>
          </a:r>
        </a:p>
      </dgm:t>
    </dgm:pt>
    <dgm:pt modelId="{BB668F3E-E790-43EE-A6F4-8D0B97BD85E6}" type="parTrans" cxnId="{6FAC8B5E-AAB7-4C9D-995A-627052563EBE}">
      <dgm:prSet/>
      <dgm:spPr/>
      <dgm:t>
        <a:bodyPr/>
        <a:lstStyle/>
        <a:p>
          <a:endParaRPr lang="nl-NL" noProof="1"/>
        </a:p>
      </dgm:t>
    </dgm:pt>
    <dgm:pt modelId="{0CD76BA2-B996-45F6-A209-BE0C5BFA2814}" type="sibTrans" cxnId="{6FAC8B5E-AAB7-4C9D-995A-627052563EBE}">
      <dgm:prSet/>
      <dgm:spPr/>
      <dgm:t>
        <a:bodyPr/>
        <a:lstStyle/>
        <a:p>
          <a:endParaRPr lang="nl-NL" noProof="1"/>
        </a:p>
      </dgm:t>
    </dgm:pt>
    <dgm:pt modelId="{02CCA672-1943-4241-991A-C5507F910F99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noProof="1"/>
            <a:t>Samen met de andere modules een synthesizer maken.</a:t>
          </a:r>
        </a:p>
      </dgm:t>
    </dgm:pt>
    <dgm:pt modelId="{B0483B91-FD66-4FAE-AF62-55A83FFDC407}" type="parTrans" cxnId="{A3B6271C-AAD8-4C2C-83EC-67AD910CC64E}">
      <dgm:prSet/>
      <dgm:spPr/>
      <dgm:t>
        <a:bodyPr/>
        <a:lstStyle/>
        <a:p>
          <a:endParaRPr lang="nl-NL" noProof="1"/>
        </a:p>
      </dgm:t>
    </dgm:pt>
    <dgm:pt modelId="{8560B91E-F12D-4C22-8660-902FACC827F6}" type="sibTrans" cxnId="{A3B6271C-AAD8-4C2C-83EC-67AD910CC64E}">
      <dgm:prSet/>
      <dgm:spPr/>
      <dgm:t>
        <a:bodyPr/>
        <a:lstStyle/>
        <a:p>
          <a:endParaRPr lang="nl-NL" noProof="1"/>
        </a:p>
      </dgm:t>
    </dgm:pt>
    <dgm:pt modelId="{7B4CE76E-162C-4F1A-B900-C1AA03850410}">
      <dgm:prSet/>
      <dgm:spPr/>
      <dgm:t>
        <a:bodyPr/>
        <a:lstStyle/>
        <a:p>
          <a:pPr algn="ctr"/>
          <a:r>
            <a:rPr lang="nl-NL" noProof="1"/>
            <a:t>Doelstelling:</a:t>
          </a:r>
        </a:p>
      </dgm:t>
    </dgm:pt>
    <dgm:pt modelId="{4C2634C0-34C1-4078-9374-7C61798E45F4}" type="parTrans" cxnId="{40532DBB-BBB2-4A91-8712-EAB757007CB0}">
      <dgm:prSet/>
      <dgm:spPr/>
      <dgm:t>
        <a:bodyPr/>
        <a:lstStyle/>
        <a:p>
          <a:endParaRPr lang="nl-NL" noProof="1"/>
        </a:p>
      </dgm:t>
    </dgm:pt>
    <dgm:pt modelId="{0A49FF06-30FE-4657-9420-54C2314E98AE}" type="sibTrans" cxnId="{40532DBB-BBB2-4A91-8712-EAB757007CB0}">
      <dgm:prSet/>
      <dgm:spPr/>
      <dgm:t>
        <a:bodyPr/>
        <a:lstStyle/>
        <a:p>
          <a:endParaRPr lang="nl-NL" noProof="1"/>
        </a:p>
      </dgm:t>
    </dgm:pt>
    <dgm:pt modelId="{66B647B0-9E70-47AE-BF09-01C8D39A2E5F}">
      <dgm:prSet/>
      <dgm:spPr/>
      <dgm:t>
        <a:bodyPr/>
        <a:lstStyle/>
        <a:p>
          <a:r>
            <a:rPr lang="nl-NL" noProof="1"/>
            <a:t>Het ontwerpen en designen van een volledige VCO module</a:t>
          </a:r>
        </a:p>
      </dgm:t>
    </dgm:pt>
    <dgm:pt modelId="{C439BF83-1CD5-44B4-8392-B69E6904F32E}" type="parTrans" cxnId="{6575E856-12AA-46F8-8CBC-ACC43259C38A}">
      <dgm:prSet/>
      <dgm:spPr/>
      <dgm:t>
        <a:bodyPr/>
        <a:lstStyle/>
        <a:p>
          <a:endParaRPr lang="nl-NL" noProof="1"/>
        </a:p>
      </dgm:t>
    </dgm:pt>
    <dgm:pt modelId="{A3E2F40A-FC3F-48AD-B4E1-A00F19B44F3B}" type="sibTrans" cxnId="{6575E856-12AA-46F8-8CBC-ACC43259C38A}">
      <dgm:prSet/>
      <dgm:spPr/>
      <dgm:t>
        <a:bodyPr/>
        <a:lstStyle/>
        <a:p>
          <a:endParaRPr lang="nl-NL" noProof="1"/>
        </a:p>
      </dgm:t>
    </dgm:pt>
    <dgm:pt modelId="{5514B885-F240-4600-A2C4-0D0A4D70EF9C}" type="pres">
      <dgm:prSet presAssocID="{2BC37B6F-72D3-493A-BECC-74A2DD786D2A}" presName="diagram" presStyleCnt="0">
        <dgm:presLayoutVars>
          <dgm:dir/>
          <dgm:resizeHandles val="exact"/>
        </dgm:presLayoutVars>
      </dgm:prSet>
      <dgm:spPr/>
    </dgm:pt>
    <dgm:pt modelId="{C9B346E2-F9F9-4010-ABE8-4B45B85551D1}" type="pres">
      <dgm:prSet presAssocID="{741D1062-C878-4846-B8A4-B5C5BF8EF1A7}" presName="node" presStyleLbl="node1" presStyleIdx="0" presStyleCnt="2">
        <dgm:presLayoutVars>
          <dgm:bulletEnabled val="1"/>
        </dgm:presLayoutVars>
      </dgm:prSet>
      <dgm:spPr/>
    </dgm:pt>
    <dgm:pt modelId="{58BC5E3E-08DF-48C4-9BAC-3439034EFE0E}" type="pres">
      <dgm:prSet presAssocID="{0CD76BA2-B996-45F6-A209-BE0C5BFA2814}" presName="sibTrans" presStyleCnt="0"/>
      <dgm:spPr/>
    </dgm:pt>
    <dgm:pt modelId="{2E236744-186A-4579-A6CC-580A03CE7950}" type="pres">
      <dgm:prSet presAssocID="{7B4CE76E-162C-4F1A-B900-C1AA03850410}" presName="node" presStyleLbl="node1" presStyleIdx="1" presStyleCnt="2">
        <dgm:presLayoutVars>
          <dgm:bulletEnabled val="1"/>
        </dgm:presLayoutVars>
      </dgm:prSet>
      <dgm:spPr/>
    </dgm:pt>
  </dgm:ptLst>
  <dgm:cxnLst>
    <dgm:cxn modelId="{A3B6271C-AAD8-4C2C-83EC-67AD910CC64E}" srcId="{741D1062-C878-4846-B8A4-B5C5BF8EF1A7}" destId="{02CCA672-1943-4241-991A-C5507F910F99}" srcOrd="0" destOrd="0" parTransId="{B0483B91-FD66-4FAE-AF62-55A83FFDC407}" sibTransId="{8560B91E-F12D-4C22-8660-902FACC827F6}"/>
    <dgm:cxn modelId="{45666E5D-56B3-4541-A658-22C0EDD523A4}" type="presOf" srcId="{7B4CE76E-162C-4F1A-B900-C1AA03850410}" destId="{2E236744-186A-4579-A6CC-580A03CE7950}" srcOrd="0" destOrd="0" presId="urn:microsoft.com/office/officeart/2005/8/layout/default"/>
    <dgm:cxn modelId="{6FAC8B5E-AAB7-4C9D-995A-627052563EBE}" srcId="{2BC37B6F-72D3-493A-BECC-74A2DD786D2A}" destId="{741D1062-C878-4846-B8A4-B5C5BF8EF1A7}" srcOrd="0" destOrd="0" parTransId="{BB668F3E-E790-43EE-A6F4-8D0B97BD85E6}" sibTransId="{0CD76BA2-B996-45F6-A209-BE0C5BFA2814}"/>
    <dgm:cxn modelId="{3D17536D-45C5-4A68-BDE3-08B10CD17D59}" type="presOf" srcId="{741D1062-C878-4846-B8A4-B5C5BF8EF1A7}" destId="{C9B346E2-F9F9-4010-ABE8-4B45B85551D1}" srcOrd="0" destOrd="0" presId="urn:microsoft.com/office/officeart/2005/8/layout/default"/>
    <dgm:cxn modelId="{6575E856-12AA-46F8-8CBC-ACC43259C38A}" srcId="{7B4CE76E-162C-4F1A-B900-C1AA03850410}" destId="{66B647B0-9E70-47AE-BF09-01C8D39A2E5F}" srcOrd="0" destOrd="0" parTransId="{C439BF83-1CD5-44B4-8392-B69E6904F32E}" sibTransId="{A3E2F40A-FC3F-48AD-B4E1-A00F19B44F3B}"/>
    <dgm:cxn modelId="{3A49D67F-3854-43AF-AD08-E5BA724AC460}" type="presOf" srcId="{2BC37B6F-72D3-493A-BECC-74A2DD786D2A}" destId="{5514B885-F240-4600-A2C4-0D0A4D70EF9C}" srcOrd="0" destOrd="0" presId="urn:microsoft.com/office/officeart/2005/8/layout/default"/>
    <dgm:cxn modelId="{89B51091-3DEC-44E6-A30E-D6DD328EDCB7}" type="presOf" srcId="{66B647B0-9E70-47AE-BF09-01C8D39A2E5F}" destId="{2E236744-186A-4579-A6CC-580A03CE7950}" srcOrd="0" destOrd="1" presId="urn:microsoft.com/office/officeart/2005/8/layout/default"/>
    <dgm:cxn modelId="{40532DBB-BBB2-4A91-8712-EAB757007CB0}" srcId="{2BC37B6F-72D3-493A-BECC-74A2DD786D2A}" destId="{7B4CE76E-162C-4F1A-B900-C1AA03850410}" srcOrd="1" destOrd="0" parTransId="{4C2634C0-34C1-4078-9374-7C61798E45F4}" sibTransId="{0A49FF06-30FE-4657-9420-54C2314E98AE}"/>
    <dgm:cxn modelId="{656348CE-9D91-4CD1-9798-B16071FD5F4D}" type="presOf" srcId="{02CCA672-1943-4241-991A-C5507F910F99}" destId="{C9B346E2-F9F9-4010-ABE8-4B45B85551D1}" srcOrd="0" destOrd="1" presId="urn:microsoft.com/office/officeart/2005/8/layout/default"/>
    <dgm:cxn modelId="{B254158A-00B1-4A77-A62C-5B91F5E81F8C}" type="presParOf" srcId="{5514B885-F240-4600-A2C4-0D0A4D70EF9C}" destId="{C9B346E2-F9F9-4010-ABE8-4B45B85551D1}" srcOrd="0" destOrd="0" presId="urn:microsoft.com/office/officeart/2005/8/layout/default"/>
    <dgm:cxn modelId="{94D49A5B-03F7-41C1-8C38-F09E910EB88A}" type="presParOf" srcId="{5514B885-F240-4600-A2C4-0D0A4D70EF9C}" destId="{58BC5E3E-08DF-48C4-9BAC-3439034EFE0E}" srcOrd="1" destOrd="0" presId="urn:microsoft.com/office/officeart/2005/8/layout/default"/>
    <dgm:cxn modelId="{E8EAE7BD-7094-4F2D-9B99-177846942D66}" type="presParOf" srcId="{5514B885-F240-4600-A2C4-0D0A4D70EF9C}" destId="{2E236744-186A-4579-A6CC-580A03CE7950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7D7162-C66F-4945-A374-44417379248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4EF8787-A249-4BDC-90FF-9DCCA8717ED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Stroom en spanningslimieten.</a:t>
          </a:r>
          <a:endParaRPr lang="en-US" dirty="0"/>
        </a:p>
      </dgm:t>
    </dgm:pt>
    <dgm:pt modelId="{702A8397-A162-4BD8-8550-D930D61E6530}" type="parTrans" cxnId="{32A7A329-3AAE-48E4-8CA6-29627A7321EA}">
      <dgm:prSet/>
      <dgm:spPr/>
      <dgm:t>
        <a:bodyPr/>
        <a:lstStyle/>
        <a:p>
          <a:endParaRPr lang="en-US"/>
        </a:p>
      </dgm:t>
    </dgm:pt>
    <dgm:pt modelId="{D6121BFA-8C24-4E19-AE35-9AE7C34422F8}" type="sibTrans" cxnId="{32A7A329-3AAE-48E4-8CA6-29627A7321EA}">
      <dgm:prSet/>
      <dgm:spPr/>
      <dgm:t>
        <a:bodyPr/>
        <a:lstStyle/>
        <a:p>
          <a:endParaRPr lang="en-US"/>
        </a:p>
      </dgm:t>
    </dgm:pt>
    <dgm:pt modelId="{B0B42C53-526D-49E8-9B47-265EE076FCC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Budget van 50 euro.</a:t>
          </a:r>
          <a:endParaRPr lang="en-US" dirty="0"/>
        </a:p>
      </dgm:t>
    </dgm:pt>
    <dgm:pt modelId="{525B6CDD-E4CE-4375-9A3A-4C9070184FE6}" type="parTrans" cxnId="{D8F9C839-70F6-4396-896F-2042C0F5524C}">
      <dgm:prSet/>
      <dgm:spPr/>
      <dgm:t>
        <a:bodyPr/>
        <a:lstStyle/>
        <a:p>
          <a:endParaRPr lang="en-US"/>
        </a:p>
      </dgm:t>
    </dgm:pt>
    <dgm:pt modelId="{95E2AC70-3A16-48F1-BC2E-BF337661D890}" type="sibTrans" cxnId="{D8F9C839-70F6-4396-896F-2042C0F5524C}">
      <dgm:prSet/>
      <dgm:spPr/>
      <dgm:t>
        <a:bodyPr/>
        <a:lstStyle/>
        <a:p>
          <a:endParaRPr lang="en-US"/>
        </a:p>
      </dgm:t>
    </dgm:pt>
    <dgm:pt modelId="{ECB5F9AC-9B42-45B7-9CE7-69FB75863C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Geen kant en klare componenten. (devboards, Modules ETC)</a:t>
          </a:r>
          <a:endParaRPr lang="en-US" dirty="0"/>
        </a:p>
      </dgm:t>
    </dgm:pt>
    <dgm:pt modelId="{F93EDB5A-C1BE-4593-B228-DE1B5654400C}" type="parTrans" cxnId="{FE368E5E-D13B-4BC4-9D5B-50BC1C1CBBC8}">
      <dgm:prSet/>
      <dgm:spPr/>
      <dgm:t>
        <a:bodyPr/>
        <a:lstStyle/>
        <a:p>
          <a:endParaRPr lang="en-US"/>
        </a:p>
      </dgm:t>
    </dgm:pt>
    <dgm:pt modelId="{F41D37A2-79C5-4DA9-9318-0635BC2CB761}" type="sibTrans" cxnId="{FE368E5E-D13B-4BC4-9D5B-50BC1C1CBBC8}">
      <dgm:prSet/>
      <dgm:spPr/>
      <dgm:t>
        <a:bodyPr/>
        <a:lstStyle/>
        <a:p>
          <a:endParaRPr lang="en-US"/>
        </a:p>
      </dgm:t>
    </dgm:pt>
    <dgm:pt modelId="{D96E19C3-8C4C-4B63-B84C-2C4C882CB55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Uiteindelijke afmetingen van het volledige design.</a:t>
          </a:r>
          <a:endParaRPr lang="en-US" dirty="0"/>
        </a:p>
      </dgm:t>
    </dgm:pt>
    <dgm:pt modelId="{742DE33F-490D-407C-B135-F8E72806E7A3}" type="parTrans" cxnId="{ED38DDA4-63EF-4E63-BB28-9A09A66683DB}">
      <dgm:prSet/>
      <dgm:spPr/>
      <dgm:t>
        <a:bodyPr/>
        <a:lstStyle/>
        <a:p>
          <a:endParaRPr lang="en-US"/>
        </a:p>
      </dgm:t>
    </dgm:pt>
    <dgm:pt modelId="{FD966093-13E9-4D7F-865A-3C1092429B19}" type="sibTrans" cxnId="{ED38DDA4-63EF-4E63-BB28-9A09A66683DB}">
      <dgm:prSet/>
      <dgm:spPr/>
      <dgm:t>
        <a:bodyPr/>
        <a:lstStyle/>
        <a:p>
          <a:endParaRPr lang="en-US"/>
        </a:p>
      </dgm:t>
    </dgm:pt>
    <dgm:pt modelId="{A7622AB2-9373-4496-9442-7E2D45BA592C}" type="pres">
      <dgm:prSet presAssocID="{1E7D7162-C66F-4945-A374-444173792484}" presName="root" presStyleCnt="0">
        <dgm:presLayoutVars>
          <dgm:dir/>
          <dgm:resizeHandles val="exact"/>
        </dgm:presLayoutVars>
      </dgm:prSet>
      <dgm:spPr/>
    </dgm:pt>
    <dgm:pt modelId="{79C5265F-6B60-43D1-A58B-0A12BA2CF70E}" type="pres">
      <dgm:prSet presAssocID="{54EF8787-A249-4BDC-90FF-9DCCA8717ED4}" presName="compNode" presStyleCnt="0"/>
      <dgm:spPr/>
    </dgm:pt>
    <dgm:pt modelId="{6F10E796-B7CF-463D-B0A9-94E59148D4F4}" type="pres">
      <dgm:prSet presAssocID="{54EF8787-A249-4BDC-90FF-9DCCA8717ED4}" presName="iconBgRect" presStyleLbl="bgShp" presStyleIdx="0" presStyleCnt="4"/>
      <dgm:spPr/>
    </dgm:pt>
    <dgm:pt modelId="{B6E4F4B1-EF33-4AF1-80D2-5B1458C6C0B6}" type="pres">
      <dgm:prSet presAssocID="{54EF8787-A249-4BDC-90FF-9DCCA8717ED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angesloten Losgekoppeld met effen opvulling"/>
        </a:ext>
      </dgm:extLst>
    </dgm:pt>
    <dgm:pt modelId="{6A3A61F6-7A97-4C9B-89BB-26AF5F806A26}" type="pres">
      <dgm:prSet presAssocID="{54EF8787-A249-4BDC-90FF-9DCCA8717ED4}" presName="spaceRect" presStyleCnt="0"/>
      <dgm:spPr/>
    </dgm:pt>
    <dgm:pt modelId="{F5045FBC-A709-44B0-AC49-97110E7B576A}" type="pres">
      <dgm:prSet presAssocID="{54EF8787-A249-4BDC-90FF-9DCCA8717ED4}" presName="textRect" presStyleLbl="revTx" presStyleIdx="0" presStyleCnt="4">
        <dgm:presLayoutVars>
          <dgm:chMax val="1"/>
          <dgm:chPref val="1"/>
        </dgm:presLayoutVars>
      </dgm:prSet>
      <dgm:spPr/>
    </dgm:pt>
    <dgm:pt modelId="{A15BF4B3-7EC9-4826-9B96-13042FA40016}" type="pres">
      <dgm:prSet presAssocID="{D6121BFA-8C24-4E19-AE35-9AE7C34422F8}" presName="sibTrans" presStyleCnt="0"/>
      <dgm:spPr/>
    </dgm:pt>
    <dgm:pt modelId="{40144993-27F2-4E00-B50C-BBAE38739BCA}" type="pres">
      <dgm:prSet presAssocID="{B0B42C53-526D-49E8-9B47-265EE076FCC4}" presName="compNode" presStyleCnt="0"/>
      <dgm:spPr/>
    </dgm:pt>
    <dgm:pt modelId="{B0FD21A1-6B5F-4DF2-8445-9C8520DDB4A9}" type="pres">
      <dgm:prSet presAssocID="{B0B42C53-526D-49E8-9B47-265EE076FCC4}" presName="iconBgRect" presStyleLbl="bgShp" presStyleIdx="1" presStyleCnt="4"/>
      <dgm:spPr/>
    </dgm:pt>
    <dgm:pt modelId="{6FAA5C0A-0229-40D4-B573-E15E332EA4F1}" type="pres">
      <dgm:prSet presAssocID="{B0B42C53-526D-49E8-9B47-265EE076FCC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nten"/>
        </a:ext>
      </dgm:extLst>
    </dgm:pt>
    <dgm:pt modelId="{D25A78EF-73DE-41F3-A718-AB891D7F4897}" type="pres">
      <dgm:prSet presAssocID="{B0B42C53-526D-49E8-9B47-265EE076FCC4}" presName="spaceRect" presStyleCnt="0"/>
      <dgm:spPr/>
    </dgm:pt>
    <dgm:pt modelId="{D4EEB4D9-4188-4D2E-8D54-AADE7C2119F8}" type="pres">
      <dgm:prSet presAssocID="{B0B42C53-526D-49E8-9B47-265EE076FCC4}" presName="textRect" presStyleLbl="revTx" presStyleIdx="1" presStyleCnt="4">
        <dgm:presLayoutVars>
          <dgm:chMax val="1"/>
          <dgm:chPref val="1"/>
        </dgm:presLayoutVars>
      </dgm:prSet>
      <dgm:spPr/>
    </dgm:pt>
    <dgm:pt modelId="{3E2FC18B-81B2-4F7B-B8FD-092203964D99}" type="pres">
      <dgm:prSet presAssocID="{95E2AC70-3A16-48F1-BC2E-BF337661D890}" presName="sibTrans" presStyleCnt="0"/>
      <dgm:spPr/>
    </dgm:pt>
    <dgm:pt modelId="{2DDD3FA9-61D8-4247-97C4-934E965654CE}" type="pres">
      <dgm:prSet presAssocID="{ECB5F9AC-9B42-45B7-9CE7-69FB75863C3F}" presName="compNode" presStyleCnt="0"/>
      <dgm:spPr/>
    </dgm:pt>
    <dgm:pt modelId="{B78D375D-B587-400F-83D3-05D01533B8A3}" type="pres">
      <dgm:prSet presAssocID="{ECB5F9AC-9B42-45B7-9CE7-69FB75863C3F}" presName="iconBgRect" presStyleLbl="bgShp" presStyleIdx="2" presStyleCnt="4"/>
      <dgm:spPr/>
    </dgm:pt>
    <dgm:pt modelId="{53A78376-570E-473F-B311-D525BBFFCC17}" type="pres">
      <dgm:prSet presAssocID="{ECB5F9AC-9B42-45B7-9CE7-69FB75863C3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erend"/>
        </a:ext>
      </dgm:extLst>
    </dgm:pt>
    <dgm:pt modelId="{D84561DA-37AF-48CA-A58E-0C32DD894E1B}" type="pres">
      <dgm:prSet presAssocID="{ECB5F9AC-9B42-45B7-9CE7-69FB75863C3F}" presName="spaceRect" presStyleCnt="0"/>
      <dgm:spPr/>
    </dgm:pt>
    <dgm:pt modelId="{64FDB78A-EBC0-4A9A-BE8C-591AE1142521}" type="pres">
      <dgm:prSet presAssocID="{ECB5F9AC-9B42-45B7-9CE7-69FB75863C3F}" presName="textRect" presStyleLbl="revTx" presStyleIdx="2" presStyleCnt="4">
        <dgm:presLayoutVars>
          <dgm:chMax val="1"/>
          <dgm:chPref val="1"/>
        </dgm:presLayoutVars>
      </dgm:prSet>
      <dgm:spPr/>
    </dgm:pt>
    <dgm:pt modelId="{346DC6ED-BAA8-43BD-876A-E868017982C3}" type="pres">
      <dgm:prSet presAssocID="{F41D37A2-79C5-4DA9-9318-0635BC2CB761}" presName="sibTrans" presStyleCnt="0"/>
      <dgm:spPr/>
    </dgm:pt>
    <dgm:pt modelId="{2C5A119C-4401-4AE3-8E21-B036560B189C}" type="pres">
      <dgm:prSet presAssocID="{D96E19C3-8C4C-4B63-B84C-2C4C882CB557}" presName="compNode" presStyleCnt="0"/>
      <dgm:spPr/>
    </dgm:pt>
    <dgm:pt modelId="{865F32F4-9676-4785-A37A-8A25B2399EDD}" type="pres">
      <dgm:prSet presAssocID="{D96E19C3-8C4C-4B63-B84C-2C4C882CB557}" presName="iconBgRect" presStyleLbl="bgShp" presStyleIdx="3" presStyleCnt="4"/>
      <dgm:spPr/>
    </dgm:pt>
    <dgm:pt modelId="{2B9EEC8F-8517-4E61-8CB1-FE86BACE0148}" type="pres">
      <dgm:prSet presAssocID="{D96E19C3-8C4C-4B63-B84C-2C4C882CB5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4CEBE5DD-54E9-443F-8DE5-7294B9556E6A}" type="pres">
      <dgm:prSet presAssocID="{D96E19C3-8C4C-4B63-B84C-2C4C882CB557}" presName="spaceRect" presStyleCnt="0"/>
      <dgm:spPr/>
    </dgm:pt>
    <dgm:pt modelId="{AA3CA71F-A7C2-4AEA-9E4A-3569DC407BBE}" type="pres">
      <dgm:prSet presAssocID="{D96E19C3-8C4C-4B63-B84C-2C4C882CB55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396480D-F4F0-4924-A679-D15FB76A9CF8}" type="presOf" srcId="{B0B42C53-526D-49E8-9B47-265EE076FCC4}" destId="{D4EEB4D9-4188-4D2E-8D54-AADE7C2119F8}" srcOrd="0" destOrd="0" presId="urn:microsoft.com/office/officeart/2018/5/layout/IconCircleLabelList"/>
    <dgm:cxn modelId="{CE8B4126-A5AF-4E6F-A46A-768C62817B8E}" type="presOf" srcId="{ECB5F9AC-9B42-45B7-9CE7-69FB75863C3F}" destId="{64FDB78A-EBC0-4A9A-BE8C-591AE1142521}" srcOrd="0" destOrd="0" presId="urn:microsoft.com/office/officeart/2018/5/layout/IconCircleLabelList"/>
    <dgm:cxn modelId="{32A7A329-3AAE-48E4-8CA6-29627A7321EA}" srcId="{1E7D7162-C66F-4945-A374-444173792484}" destId="{54EF8787-A249-4BDC-90FF-9DCCA8717ED4}" srcOrd="0" destOrd="0" parTransId="{702A8397-A162-4BD8-8550-D930D61E6530}" sibTransId="{D6121BFA-8C24-4E19-AE35-9AE7C34422F8}"/>
    <dgm:cxn modelId="{D8F9C839-70F6-4396-896F-2042C0F5524C}" srcId="{1E7D7162-C66F-4945-A374-444173792484}" destId="{B0B42C53-526D-49E8-9B47-265EE076FCC4}" srcOrd="1" destOrd="0" parTransId="{525B6CDD-E4CE-4375-9A3A-4C9070184FE6}" sibTransId="{95E2AC70-3A16-48F1-BC2E-BF337661D890}"/>
    <dgm:cxn modelId="{FE368E5E-D13B-4BC4-9D5B-50BC1C1CBBC8}" srcId="{1E7D7162-C66F-4945-A374-444173792484}" destId="{ECB5F9AC-9B42-45B7-9CE7-69FB75863C3F}" srcOrd="2" destOrd="0" parTransId="{F93EDB5A-C1BE-4593-B228-DE1B5654400C}" sibTransId="{F41D37A2-79C5-4DA9-9318-0635BC2CB761}"/>
    <dgm:cxn modelId="{BE513462-085E-47BA-9B38-FC6C6C323CA1}" type="presOf" srcId="{54EF8787-A249-4BDC-90FF-9DCCA8717ED4}" destId="{F5045FBC-A709-44B0-AC49-97110E7B576A}" srcOrd="0" destOrd="0" presId="urn:microsoft.com/office/officeart/2018/5/layout/IconCircleLabelList"/>
    <dgm:cxn modelId="{4F4F1551-CB9C-4AA1-B4D1-0FE1BED37244}" type="presOf" srcId="{1E7D7162-C66F-4945-A374-444173792484}" destId="{A7622AB2-9373-4496-9442-7E2D45BA592C}" srcOrd="0" destOrd="0" presId="urn:microsoft.com/office/officeart/2018/5/layout/IconCircleLabelList"/>
    <dgm:cxn modelId="{ED38DDA4-63EF-4E63-BB28-9A09A66683DB}" srcId="{1E7D7162-C66F-4945-A374-444173792484}" destId="{D96E19C3-8C4C-4B63-B84C-2C4C882CB557}" srcOrd="3" destOrd="0" parTransId="{742DE33F-490D-407C-B135-F8E72806E7A3}" sibTransId="{FD966093-13E9-4D7F-865A-3C1092429B19}"/>
    <dgm:cxn modelId="{F50BDAC7-08AD-4E64-806D-A70515AD1F8D}" type="presOf" srcId="{D96E19C3-8C4C-4B63-B84C-2C4C882CB557}" destId="{AA3CA71F-A7C2-4AEA-9E4A-3569DC407BBE}" srcOrd="0" destOrd="0" presId="urn:microsoft.com/office/officeart/2018/5/layout/IconCircleLabelList"/>
    <dgm:cxn modelId="{64D1EF49-E4BF-48DA-A472-E23E54313EE8}" type="presParOf" srcId="{A7622AB2-9373-4496-9442-7E2D45BA592C}" destId="{79C5265F-6B60-43D1-A58B-0A12BA2CF70E}" srcOrd="0" destOrd="0" presId="urn:microsoft.com/office/officeart/2018/5/layout/IconCircleLabelList"/>
    <dgm:cxn modelId="{4377577F-9F42-4662-B72A-9007AD9A1D48}" type="presParOf" srcId="{79C5265F-6B60-43D1-A58B-0A12BA2CF70E}" destId="{6F10E796-B7CF-463D-B0A9-94E59148D4F4}" srcOrd="0" destOrd="0" presId="urn:microsoft.com/office/officeart/2018/5/layout/IconCircleLabelList"/>
    <dgm:cxn modelId="{B6E66EFF-0FB7-47B6-ACA3-FB3459D9C809}" type="presParOf" srcId="{79C5265F-6B60-43D1-A58B-0A12BA2CF70E}" destId="{B6E4F4B1-EF33-4AF1-80D2-5B1458C6C0B6}" srcOrd="1" destOrd="0" presId="urn:microsoft.com/office/officeart/2018/5/layout/IconCircleLabelList"/>
    <dgm:cxn modelId="{35043612-A4E1-424C-A7B6-BB1743A5493F}" type="presParOf" srcId="{79C5265F-6B60-43D1-A58B-0A12BA2CF70E}" destId="{6A3A61F6-7A97-4C9B-89BB-26AF5F806A26}" srcOrd="2" destOrd="0" presId="urn:microsoft.com/office/officeart/2018/5/layout/IconCircleLabelList"/>
    <dgm:cxn modelId="{B9948047-4C1A-4B3C-8DB8-C8531C02B32B}" type="presParOf" srcId="{79C5265F-6B60-43D1-A58B-0A12BA2CF70E}" destId="{F5045FBC-A709-44B0-AC49-97110E7B576A}" srcOrd="3" destOrd="0" presId="urn:microsoft.com/office/officeart/2018/5/layout/IconCircleLabelList"/>
    <dgm:cxn modelId="{157C3EA8-D17C-478D-A6F7-5F77571302FC}" type="presParOf" srcId="{A7622AB2-9373-4496-9442-7E2D45BA592C}" destId="{A15BF4B3-7EC9-4826-9B96-13042FA40016}" srcOrd="1" destOrd="0" presId="urn:microsoft.com/office/officeart/2018/5/layout/IconCircleLabelList"/>
    <dgm:cxn modelId="{7CD3A493-0592-46FB-A695-76E524BCC31A}" type="presParOf" srcId="{A7622AB2-9373-4496-9442-7E2D45BA592C}" destId="{40144993-27F2-4E00-B50C-BBAE38739BCA}" srcOrd="2" destOrd="0" presId="urn:microsoft.com/office/officeart/2018/5/layout/IconCircleLabelList"/>
    <dgm:cxn modelId="{BF03C72D-167B-4714-B5BE-B6C1E8902AC0}" type="presParOf" srcId="{40144993-27F2-4E00-B50C-BBAE38739BCA}" destId="{B0FD21A1-6B5F-4DF2-8445-9C8520DDB4A9}" srcOrd="0" destOrd="0" presId="urn:microsoft.com/office/officeart/2018/5/layout/IconCircleLabelList"/>
    <dgm:cxn modelId="{1848D258-CF34-4AF7-8ECE-A1AF05140AFD}" type="presParOf" srcId="{40144993-27F2-4E00-B50C-BBAE38739BCA}" destId="{6FAA5C0A-0229-40D4-B573-E15E332EA4F1}" srcOrd="1" destOrd="0" presId="urn:microsoft.com/office/officeart/2018/5/layout/IconCircleLabelList"/>
    <dgm:cxn modelId="{AD0E46F8-412E-41AE-A115-DF16BF1D2D63}" type="presParOf" srcId="{40144993-27F2-4E00-B50C-BBAE38739BCA}" destId="{D25A78EF-73DE-41F3-A718-AB891D7F4897}" srcOrd="2" destOrd="0" presId="urn:microsoft.com/office/officeart/2018/5/layout/IconCircleLabelList"/>
    <dgm:cxn modelId="{ED4D656D-8710-4969-8ED1-F84EF981F77E}" type="presParOf" srcId="{40144993-27F2-4E00-B50C-BBAE38739BCA}" destId="{D4EEB4D9-4188-4D2E-8D54-AADE7C2119F8}" srcOrd="3" destOrd="0" presId="urn:microsoft.com/office/officeart/2018/5/layout/IconCircleLabelList"/>
    <dgm:cxn modelId="{EA3C8800-915D-4863-8F97-CE965D5FDC9D}" type="presParOf" srcId="{A7622AB2-9373-4496-9442-7E2D45BA592C}" destId="{3E2FC18B-81B2-4F7B-B8FD-092203964D99}" srcOrd="3" destOrd="0" presId="urn:microsoft.com/office/officeart/2018/5/layout/IconCircleLabelList"/>
    <dgm:cxn modelId="{267A64C8-05AF-4EA8-8B2F-2BF36341AB53}" type="presParOf" srcId="{A7622AB2-9373-4496-9442-7E2D45BA592C}" destId="{2DDD3FA9-61D8-4247-97C4-934E965654CE}" srcOrd="4" destOrd="0" presId="urn:microsoft.com/office/officeart/2018/5/layout/IconCircleLabelList"/>
    <dgm:cxn modelId="{CEF76B07-C596-4FDD-982F-A3C320383C37}" type="presParOf" srcId="{2DDD3FA9-61D8-4247-97C4-934E965654CE}" destId="{B78D375D-B587-400F-83D3-05D01533B8A3}" srcOrd="0" destOrd="0" presId="urn:microsoft.com/office/officeart/2018/5/layout/IconCircleLabelList"/>
    <dgm:cxn modelId="{4B66106A-21A1-4016-91E6-0558EB60DC04}" type="presParOf" srcId="{2DDD3FA9-61D8-4247-97C4-934E965654CE}" destId="{53A78376-570E-473F-B311-D525BBFFCC17}" srcOrd="1" destOrd="0" presId="urn:microsoft.com/office/officeart/2018/5/layout/IconCircleLabelList"/>
    <dgm:cxn modelId="{9A57588F-C110-422A-A7C1-5A6D33D2D28C}" type="presParOf" srcId="{2DDD3FA9-61D8-4247-97C4-934E965654CE}" destId="{D84561DA-37AF-48CA-A58E-0C32DD894E1B}" srcOrd="2" destOrd="0" presId="urn:microsoft.com/office/officeart/2018/5/layout/IconCircleLabelList"/>
    <dgm:cxn modelId="{696408EF-3A89-4061-BA80-1D40988D4585}" type="presParOf" srcId="{2DDD3FA9-61D8-4247-97C4-934E965654CE}" destId="{64FDB78A-EBC0-4A9A-BE8C-591AE1142521}" srcOrd="3" destOrd="0" presId="urn:microsoft.com/office/officeart/2018/5/layout/IconCircleLabelList"/>
    <dgm:cxn modelId="{40DA0D21-C15F-402D-8413-B48EF3F09CA2}" type="presParOf" srcId="{A7622AB2-9373-4496-9442-7E2D45BA592C}" destId="{346DC6ED-BAA8-43BD-876A-E868017982C3}" srcOrd="5" destOrd="0" presId="urn:microsoft.com/office/officeart/2018/5/layout/IconCircleLabelList"/>
    <dgm:cxn modelId="{A5FC46B5-C234-49C1-BC60-99378A5B75F1}" type="presParOf" srcId="{A7622AB2-9373-4496-9442-7E2D45BA592C}" destId="{2C5A119C-4401-4AE3-8E21-B036560B189C}" srcOrd="6" destOrd="0" presId="urn:microsoft.com/office/officeart/2018/5/layout/IconCircleLabelList"/>
    <dgm:cxn modelId="{71184711-6D25-4D2C-B5DF-64893D1D31A2}" type="presParOf" srcId="{2C5A119C-4401-4AE3-8E21-B036560B189C}" destId="{865F32F4-9676-4785-A37A-8A25B2399EDD}" srcOrd="0" destOrd="0" presId="urn:microsoft.com/office/officeart/2018/5/layout/IconCircleLabelList"/>
    <dgm:cxn modelId="{6C5457CD-0764-4B55-841A-F9639398F8C3}" type="presParOf" srcId="{2C5A119C-4401-4AE3-8E21-B036560B189C}" destId="{2B9EEC8F-8517-4E61-8CB1-FE86BACE0148}" srcOrd="1" destOrd="0" presId="urn:microsoft.com/office/officeart/2018/5/layout/IconCircleLabelList"/>
    <dgm:cxn modelId="{7C107270-5685-4F8B-BDB5-F439DFA40F88}" type="presParOf" srcId="{2C5A119C-4401-4AE3-8E21-B036560B189C}" destId="{4CEBE5DD-54E9-443F-8DE5-7294B9556E6A}" srcOrd="2" destOrd="0" presId="urn:microsoft.com/office/officeart/2018/5/layout/IconCircleLabelList"/>
    <dgm:cxn modelId="{4BAADE75-8C40-47D2-B627-E08D381C38DC}" type="presParOf" srcId="{2C5A119C-4401-4AE3-8E21-B036560B189C}" destId="{AA3CA71F-A7C2-4AEA-9E4A-3569DC407BB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B674E8-DAE2-4135-8DD9-466CC3EFBA67}">
      <dsp:nvSpPr>
        <dsp:cNvPr id="0" name=""/>
        <dsp:cNvSpPr/>
      </dsp:nvSpPr>
      <dsp:spPr>
        <a:xfrm>
          <a:off x="0" y="107420"/>
          <a:ext cx="6666833" cy="120392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900" kern="1200" dirty="0"/>
            <a:t>Inleiding</a:t>
          </a:r>
          <a:endParaRPr lang="en-US" sz="4900" kern="1200" dirty="0"/>
        </a:p>
      </dsp:txBody>
      <dsp:txXfrm>
        <a:off x="58771" y="166191"/>
        <a:ext cx="6549291" cy="1086387"/>
      </dsp:txXfrm>
    </dsp:sp>
    <dsp:sp modelId="{651A1A80-EC8A-4FD6-8C4D-18E252CB0562}">
      <dsp:nvSpPr>
        <dsp:cNvPr id="0" name=""/>
        <dsp:cNvSpPr/>
      </dsp:nvSpPr>
      <dsp:spPr>
        <a:xfrm>
          <a:off x="0" y="1452470"/>
          <a:ext cx="6666833" cy="1203929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900" kern="1200" dirty="0"/>
            <a:t>Eisen en beperkingen</a:t>
          </a:r>
          <a:endParaRPr lang="en-US" sz="4900" kern="1200" dirty="0"/>
        </a:p>
      </dsp:txBody>
      <dsp:txXfrm>
        <a:off x="58771" y="1511241"/>
        <a:ext cx="6549291" cy="1086387"/>
      </dsp:txXfrm>
    </dsp:sp>
    <dsp:sp modelId="{F28185C1-D0A2-4FC8-848F-6E6E79D739FA}">
      <dsp:nvSpPr>
        <dsp:cNvPr id="0" name=""/>
        <dsp:cNvSpPr/>
      </dsp:nvSpPr>
      <dsp:spPr>
        <a:xfrm>
          <a:off x="0" y="2797520"/>
          <a:ext cx="6666833" cy="1203929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900" kern="1200" dirty="0"/>
            <a:t>Conceptoplossing</a:t>
          </a:r>
          <a:endParaRPr lang="en-US" sz="4900" kern="1200" dirty="0"/>
        </a:p>
      </dsp:txBody>
      <dsp:txXfrm>
        <a:off x="58771" y="2856291"/>
        <a:ext cx="6549291" cy="1086387"/>
      </dsp:txXfrm>
    </dsp:sp>
    <dsp:sp modelId="{E1BBDE1D-35F7-4F13-B1CE-708965D5D9DA}">
      <dsp:nvSpPr>
        <dsp:cNvPr id="0" name=""/>
        <dsp:cNvSpPr/>
      </dsp:nvSpPr>
      <dsp:spPr>
        <a:xfrm>
          <a:off x="0" y="4142570"/>
          <a:ext cx="6666833" cy="120392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900" kern="1200" dirty="0"/>
            <a:t>Vergelijking concepten</a:t>
          </a:r>
          <a:endParaRPr lang="en-US" sz="4900" kern="1200" dirty="0"/>
        </a:p>
      </dsp:txBody>
      <dsp:txXfrm>
        <a:off x="58771" y="4201341"/>
        <a:ext cx="6549291" cy="10863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346E2-F9F9-4010-ABE8-4B45B85551D1}">
      <dsp:nvSpPr>
        <dsp:cNvPr id="0" name=""/>
        <dsp:cNvSpPr/>
      </dsp:nvSpPr>
      <dsp:spPr>
        <a:xfrm>
          <a:off x="1333" y="535665"/>
          <a:ext cx="5202457" cy="31214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800" kern="1200" noProof="1"/>
            <a:t>Opdracht:</a:t>
          </a:r>
        </a:p>
        <a:p>
          <a:pPr marL="285750" lvl="1" indent="-285750" algn="l" defTabSz="16446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3700" kern="1200" noProof="1"/>
            <a:t>Samen met de andere modules een synthesizer maken.</a:t>
          </a:r>
        </a:p>
      </dsp:txBody>
      <dsp:txXfrm>
        <a:off x="1333" y="535665"/>
        <a:ext cx="5202457" cy="3121474"/>
      </dsp:txXfrm>
    </dsp:sp>
    <dsp:sp modelId="{2E236744-186A-4579-A6CC-580A03CE7950}">
      <dsp:nvSpPr>
        <dsp:cNvPr id="0" name=""/>
        <dsp:cNvSpPr/>
      </dsp:nvSpPr>
      <dsp:spPr>
        <a:xfrm>
          <a:off x="5724037" y="535665"/>
          <a:ext cx="5202457" cy="31214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800" kern="1200" noProof="1"/>
            <a:t>Doelstelling: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3700" kern="1200" noProof="1"/>
            <a:t>Het ontwerpen en designen van een volledige VCO module</a:t>
          </a:r>
        </a:p>
      </dsp:txBody>
      <dsp:txXfrm>
        <a:off x="5724037" y="535665"/>
        <a:ext cx="5202457" cy="31214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0E796-B7CF-463D-B0A9-94E59148D4F4}">
      <dsp:nvSpPr>
        <dsp:cNvPr id="0" name=""/>
        <dsp:cNvSpPr/>
      </dsp:nvSpPr>
      <dsp:spPr>
        <a:xfrm>
          <a:off x="56292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4F4B1-EF33-4AF1-80D2-5B1458C6C0B6}">
      <dsp:nvSpPr>
        <dsp:cNvPr id="0" name=""/>
        <dsp:cNvSpPr/>
      </dsp:nvSpPr>
      <dsp:spPr>
        <a:xfrm>
          <a:off x="87109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45FBC-A709-44B0-AC49-97110E7B576A}">
      <dsp:nvSpPr>
        <dsp:cNvPr id="0" name=""/>
        <dsp:cNvSpPr/>
      </dsp:nvSpPr>
      <dsp:spPr>
        <a:xfrm>
          <a:off x="10068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Stroom en spanningslimieten.</a:t>
          </a:r>
          <a:endParaRPr lang="en-US" sz="1400" kern="1200" dirty="0"/>
        </a:p>
      </dsp:txBody>
      <dsp:txXfrm>
        <a:off x="100682" y="2432898"/>
        <a:ext cx="2370489" cy="720000"/>
      </dsp:txXfrm>
    </dsp:sp>
    <dsp:sp modelId="{B0FD21A1-6B5F-4DF2-8445-9C8520DDB4A9}">
      <dsp:nvSpPr>
        <dsp:cNvPr id="0" name=""/>
        <dsp:cNvSpPr/>
      </dsp:nvSpPr>
      <dsp:spPr>
        <a:xfrm>
          <a:off x="334825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A5C0A-0229-40D4-B573-E15E332EA4F1}">
      <dsp:nvSpPr>
        <dsp:cNvPr id="0" name=""/>
        <dsp:cNvSpPr/>
      </dsp:nvSpPr>
      <dsp:spPr>
        <a:xfrm>
          <a:off x="365641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EB4D9-4188-4D2E-8D54-AADE7C2119F8}">
      <dsp:nvSpPr>
        <dsp:cNvPr id="0" name=""/>
        <dsp:cNvSpPr/>
      </dsp:nvSpPr>
      <dsp:spPr>
        <a:xfrm>
          <a:off x="288600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Budget van 50 euro.</a:t>
          </a:r>
          <a:endParaRPr lang="en-US" sz="1400" kern="1200" dirty="0"/>
        </a:p>
      </dsp:txBody>
      <dsp:txXfrm>
        <a:off x="2886007" y="2432898"/>
        <a:ext cx="2370489" cy="720000"/>
      </dsp:txXfrm>
    </dsp:sp>
    <dsp:sp modelId="{B78D375D-B587-400F-83D3-05D01533B8A3}">
      <dsp:nvSpPr>
        <dsp:cNvPr id="0" name=""/>
        <dsp:cNvSpPr/>
      </dsp:nvSpPr>
      <dsp:spPr>
        <a:xfrm>
          <a:off x="613357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78376-570E-473F-B311-D525BBFFCC17}">
      <dsp:nvSpPr>
        <dsp:cNvPr id="0" name=""/>
        <dsp:cNvSpPr/>
      </dsp:nvSpPr>
      <dsp:spPr>
        <a:xfrm>
          <a:off x="644174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DB78A-EBC0-4A9A-BE8C-591AE1142521}">
      <dsp:nvSpPr>
        <dsp:cNvPr id="0" name=""/>
        <dsp:cNvSpPr/>
      </dsp:nvSpPr>
      <dsp:spPr>
        <a:xfrm>
          <a:off x="567133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Geen kant en klare componenten. (devboards, Modules ETC)</a:t>
          </a:r>
          <a:endParaRPr lang="en-US" sz="1400" kern="1200" dirty="0"/>
        </a:p>
      </dsp:txBody>
      <dsp:txXfrm>
        <a:off x="5671332" y="2432898"/>
        <a:ext cx="2370489" cy="720000"/>
      </dsp:txXfrm>
    </dsp:sp>
    <dsp:sp modelId="{865F32F4-9676-4785-A37A-8A25B2399EDD}">
      <dsp:nvSpPr>
        <dsp:cNvPr id="0" name=""/>
        <dsp:cNvSpPr/>
      </dsp:nvSpPr>
      <dsp:spPr>
        <a:xfrm>
          <a:off x="891890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EEC8F-8517-4E61-8CB1-FE86BACE0148}">
      <dsp:nvSpPr>
        <dsp:cNvPr id="0" name=""/>
        <dsp:cNvSpPr/>
      </dsp:nvSpPr>
      <dsp:spPr>
        <a:xfrm>
          <a:off x="922706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CA71F-A7C2-4AEA-9E4A-3569DC407BBE}">
      <dsp:nvSpPr>
        <dsp:cNvPr id="0" name=""/>
        <dsp:cNvSpPr/>
      </dsp:nvSpPr>
      <dsp:spPr>
        <a:xfrm>
          <a:off x="845665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Uiteindelijke afmetingen van het volledige design.</a:t>
          </a:r>
          <a:endParaRPr lang="en-US" sz="1400" kern="1200" dirty="0"/>
        </a:p>
      </dsp:txBody>
      <dsp:txXfrm>
        <a:off x="8456657" y="24328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75CD0E-95ED-8598-4570-51FDA7860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7B1D89E-1C43-B5C2-3E78-C2892A184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5E691E-A185-410B-F8F1-280BC533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A497B8E-24D3-8CC7-C85A-F83C72C8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AA3A236-CE20-1017-DA64-44707AD2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5059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1502F-F787-AF7F-F7AD-A02B7CF0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C56BE7-CF25-9211-9CB3-E45EBCA44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54EDDB-AC09-956D-B592-A4AE3AA6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DC30CB4-CCBE-DD6F-AD7A-250BEA90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C161141-543A-5887-BB51-CA8F458A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72692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06442B-6B54-1B10-EA33-7AE89669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9A9C4BE-010A-ABB9-E80C-DBC83DD1B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763975-5BA7-B482-399D-386E3FB5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E38AD4-838D-D877-5D3A-AD3AC0DE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DAFB73-3B6A-B6DA-708B-2E9EDC59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0030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F72D1-272B-FD53-1BD3-F9DE5BCC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5E7A3B7-C5D4-1D9E-416F-575C22841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FD05BF5-9623-0BE0-99A0-F0233E1F7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8DE692C-29D6-3F93-1752-0FF2543D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92F5595-42FE-648C-DB04-607A8732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E8639E5-72C8-EE2A-1FF3-A13805A8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0730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48DA54-DAFE-0EE8-5FAF-35C02448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8D6C317-ACA7-2FC3-DD2C-5E94FADF9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366FBA1-626A-0B03-3445-90A03F6B0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A06CCF-9757-B7D4-9320-F05D269AD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6BA6716-CFE8-D034-85C2-CB8BB38AD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96CFB79-1FB4-8BD4-BF3D-A2A52DE3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652F01B-1742-70A5-C866-0B64CB89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744F5D8-06E5-84B9-3161-728A80BD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66914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8ACB44-4B22-993D-EF82-769747DA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8A95351-FDA3-9DDD-9C79-829668FC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587AB1F-8447-1B7E-85C4-8A10E7E9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1F39C47-8ACA-EE02-9E78-530ACF95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83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2439F54-5FCD-3552-77E4-B852CA9DA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343C369-98FF-FF4A-F266-A3B81F1A7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1833601-56E8-746D-536C-59D01752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518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BA4E9-B4B2-999C-18BA-763470F6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516105C-0BE1-7F68-4645-62B497C63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46E2A78-56D8-35E2-B824-FED645EE0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7BFF4F1-602A-46B9-05EC-EFEC0B4A0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3D9689E-798C-4916-1AE5-6387B7568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FD7B4EA-6C58-75BA-A5A2-1A9BF78D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8421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B4423-CB15-D7EF-A14B-C2890E6A5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E2D67A9-A405-FBCF-35BF-3BCA4B439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A588094-B9E6-6107-0C7F-5FFD2F67D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389F866-6956-62F0-B59B-046B65E7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AC7F24-92BD-507A-A103-47CFF263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355C2F4-7E9B-5BA8-24E3-595B907A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17578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358FC-3E47-E488-03B3-DD0317E8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8CB4C48-4C34-5398-17DF-5EF6C9863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695CCF2-60D2-2CF2-81DB-DE640DAA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3097BC-AA70-932E-42EF-91C90120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FDFCE4-DA3E-4D46-32E5-2CB292D7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1958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5ED9E42-2C06-F051-016A-543B9FF1A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35A6EB2-0173-994B-154E-34F6713AA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860C6D1-96BB-086F-9E9B-2797F467A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14C8C8C-4018-DAA2-4720-076526E3C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CA116D-35C2-BC8F-E531-E7B88C26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4175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E60DC1B-2DDF-E7B6-855E-A912219E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6A36A9E-22F5-1343-A45B-693AC08C3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EFC587-C084-E4F4-A8A4-75D7F86BF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F36F5-B3D0-4638-B174-D5D333E67D42}" type="datetimeFigureOut">
              <a:rPr lang="nl-NL" smtClean="0"/>
              <a:t>30-9-2024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782E312-A4F4-D60D-EFED-84AF5AFC4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5B52BD1-3E8A-6782-B789-F41F44667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7574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8A31EB-EB36-AF22-F4C9-2D56E4CE7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nl-NL" sz="4800" dirty="0">
                <a:solidFill>
                  <a:srgbClr val="FFFFFF"/>
                </a:solidFill>
              </a:rPr>
              <a:t>Modulaire Synthesizer, VCO</a:t>
            </a:r>
            <a:br>
              <a:rPr lang="nl-NL" sz="4800" dirty="0">
                <a:solidFill>
                  <a:srgbClr val="FFFFFF"/>
                </a:solidFill>
              </a:rPr>
            </a:br>
            <a:r>
              <a:rPr lang="nl-NL" sz="4800" dirty="0">
                <a:solidFill>
                  <a:srgbClr val="FFFFFF"/>
                </a:solidFill>
              </a:rPr>
              <a:t>Concepten.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F6C6F14-274A-102B-ED69-7875D935A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496424"/>
            <a:ext cx="4393278" cy="1275938"/>
          </a:xfrm>
        </p:spPr>
        <p:txBody>
          <a:bodyPr anchor="t">
            <a:normAutofit fontScale="92500" lnSpcReduction="10000"/>
          </a:bodyPr>
          <a:lstStyle/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Thijn Berkhoff – 1198746</a:t>
            </a:r>
          </a:p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Ralph Hänninger – 1197535	</a:t>
            </a:r>
          </a:p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Begeleid door Marco Winkelman</a:t>
            </a:r>
          </a:p>
          <a:p>
            <a:pPr algn="l"/>
            <a:endParaRPr lang="nl-NL" dirty="0">
              <a:solidFill>
                <a:srgbClr val="FFFFFF"/>
              </a:solidFill>
            </a:endParaRPr>
          </a:p>
          <a:p>
            <a:pPr algn="l"/>
            <a:endParaRPr lang="nl-NL" sz="1700" dirty="0">
              <a:solidFill>
                <a:srgbClr val="FFFFFF"/>
              </a:solidFill>
            </a:endParaRPr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26" name="Picture 2" descr="Mijn startpagina">
            <a:extLst>
              <a:ext uri="{FF2B5EF4-FFF2-40B4-BE49-F238E27FC236}">
                <a16:creationId xmlns:a16="http://schemas.microsoft.com/office/drawing/2014/main" id="{BAAB9480-6CAA-23EF-36F4-5EF3E7A06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525210"/>
            <a:ext cx="3737164" cy="182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613F1F95-8AEB-FA91-2657-1D7F72CF0920}"/>
              </a:ext>
            </a:extLst>
          </p:cNvPr>
          <p:cNvSpPr txBox="1"/>
          <p:nvPr/>
        </p:nvSpPr>
        <p:spPr>
          <a:xfrm>
            <a:off x="10058400" y="5606792"/>
            <a:ext cx="213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white"/>
                </a:solidFill>
                <a:latin typeface="Aptos" panose="02110004020202020204"/>
              </a:rPr>
              <a:t>25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-9-2024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Zwolle</a:t>
            </a:r>
          </a:p>
        </p:txBody>
      </p:sp>
    </p:spTree>
    <p:extLst>
      <p:ext uri="{BB962C8B-B14F-4D97-AF65-F5344CB8AC3E}">
        <p14:creationId xmlns:p14="http://schemas.microsoft.com/office/powerpoint/2010/main" val="314420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B322B6D-17BE-2163-3401-65B9A9F8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nl-NL" sz="3700" dirty="0">
                <a:solidFill>
                  <a:srgbClr val="FFFFFF"/>
                </a:solidFill>
              </a:rPr>
              <a:t>Inhoudsopgave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E6C2ECBF-266D-E4A9-B0DC-C68E84F47E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124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198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617023-0F4A-E45B-B6A8-28F22B34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nl-NL" sz="4000" dirty="0">
                <a:solidFill>
                  <a:srgbClr val="FFFFFF"/>
                </a:solidFill>
              </a:rPr>
              <a:t>Inleiding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2C701C7E-3221-3B5B-6FB1-22D014E6B3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33775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648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6D620F-176B-0D64-965D-44DE44A660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159421"/>
              </p:ext>
            </p:extLst>
          </p:nvPr>
        </p:nvGraphicFramePr>
        <p:xfrm>
          <a:off x="255640" y="1730477"/>
          <a:ext cx="11562733" cy="4935798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4481162">
                  <a:extLst>
                    <a:ext uri="{9D8B030D-6E8A-4147-A177-3AD203B41FA5}">
                      <a16:colId xmlns:a16="http://schemas.microsoft.com/office/drawing/2014/main" val="1320316810"/>
                    </a:ext>
                  </a:extLst>
                </a:gridCol>
                <a:gridCol w="1454501">
                  <a:extLst>
                    <a:ext uri="{9D8B030D-6E8A-4147-A177-3AD203B41FA5}">
                      <a16:colId xmlns:a16="http://schemas.microsoft.com/office/drawing/2014/main" val="814739692"/>
                    </a:ext>
                  </a:extLst>
                </a:gridCol>
                <a:gridCol w="1891036">
                  <a:extLst>
                    <a:ext uri="{9D8B030D-6E8A-4147-A177-3AD203B41FA5}">
                      <a16:colId xmlns:a16="http://schemas.microsoft.com/office/drawing/2014/main" val="248077136"/>
                    </a:ext>
                  </a:extLst>
                </a:gridCol>
                <a:gridCol w="1253238">
                  <a:extLst>
                    <a:ext uri="{9D8B030D-6E8A-4147-A177-3AD203B41FA5}">
                      <a16:colId xmlns:a16="http://schemas.microsoft.com/office/drawing/2014/main" val="1702254219"/>
                    </a:ext>
                  </a:extLst>
                </a:gridCol>
                <a:gridCol w="1284429">
                  <a:extLst>
                    <a:ext uri="{9D8B030D-6E8A-4147-A177-3AD203B41FA5}">
                      <a16:colId xmlns:a16="http://schemas.microsoft.com/office/drawing/2014/main" val="818661681"/>
                    </a:ext>
                  </a:extLst>
                </a:gridCol>
                <a:gridCol w="1198367">
                  <a:extLst>
                    <a:ext uri="{9D8B030D-6E8A-4147-A177-3AD203B41FA5}">
                      <a16:colId xmlns:a16="http://schemas.microsoft.com/office/drawing/2014/main" val="3488864344"/>
                    </a:ext>
                  </a:extLst>
                </a:gridCol>
              </a:tblGrid>
              <a:tr h="486839">
                <a:tc>
                  <a:txBody>
                    <a:bodyPr/>
                    <a:lstStyle/>
                    <a:p>
                      <a:r>
                        <a:rPr lang="en-US" sz="1300" b="0" cap="none" spc="0" dirty="0">
                          <a:solidFill>
                            <a:schemeClr val="bg1"/>
                          </a:solidFill>
                        </a:rPr>
                        <a:t>Eisen</a:t>
                      </a:r>
                      <a:endParaRPr lang="LID4096" sz="13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 dirty="0">
                          <a:solidFill>
                            <a:schemeClr val="bg1"/>
                          </a:solidFill>
                        </a:rPr>
                        <a:t>functioneel</a:t>
                      </a:r>
                      <a:endParaRPr lang="LID4096" sz="13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 dirty="0">
                          <a:solidFill>
                            <a:schemeClr val="bg1"/>
                          </a:solidFill>
                        </a:rPr>
                        <a:t>Niet-functioneel</a:t>
                      </a:r>
                      <a:endParaRPr lang="LID4096" sz="13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 dirty="0">
                          <a:solidFill>
                            <a:schemeClr val="bg1"/>
                          </a:solidFill>
                        </a:rPr>
                        <a:t>verplicht</a:t>
                      </a:r>
                      <a:endParaRPr lang="LID4096" sz="13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 dirty="0">
                          <a:solidFill>
                            <a:schemeClr val="bg1"/>
                          </a:solidFill>
                        </a:rPr>
                        <a:t>optioneel</a:t>
                      </a:r>
                      <a:endParaRPr lang="LID4096" sz="13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 dirty="0">
                          <a:solidFill>
                            <a:schemeClr val="bg1"/>
                          </a:solidFill>
                        </a:rPr>
                        <a:t>prioriteit</a:t>
                      </a:r>
                      <a:endParaRPr lang="LID4096" sz="13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10154"/>
                  </a:ext>
                </a:extLst>
              </a:tr>
              <a:tr h="42692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</a:rPr>
                        <a:t>1v/octaaf</a:t>
                      </a:r>
                      <a:endParaRPr lang="LID4096" sz="14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4712"/>
                  </a:ext>
                </a:extLst>
              </a:tr>
              <a:tr h="42692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</a:rPr>
                        <a:t>stroombeveiliging</a:t>
                      </a:r>
                      <a:endParaRPr lang="LID4096" sz="14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284776"/>
                  </a:ext>
                </a:extLst>
              </a:tr>
              <a:tr h="42692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</a:rPr>
                        <a:t>2 uitgangssignalen</a:t>
                      </a:r>
                      <a:endParaRPr lang="LID4096" sz="14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673167"/>
                  </a:ext>
                </a:extLst>
              </a:tr>
              <a:tr h="42692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</a:rPr>
                        <a:t>Bescherming in- en outputs</a:t>
                      </a:r>
                      <a:endParaRPr lang="LID4096" sz="14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512363"/>
                  </a:ext>
                </a:extLst>
              </a:tr>
              <a:tr h="42692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</a:rPr>
                        <a:t>PCB zo klein mogelijk</a:t>
                      </a:r>
                      <a:endParaRPr lang="LID4096" sz="14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380832"/>
                  </a:ext>
                </a:extLst>
              </a:tr>
              <a:tr h="42692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</a:rPr>
                        <a:t>Blok, driehoek en zaagtand signaal</a:t>
                      </a:r>
                      <a:endParaRPr lang="LID4096" sz="14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279930"/>
                  </a:ext>
                </a:extLst>
              </a:tr>
              <a:tr h="42692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</a:rPr>
                        <a:t>Moet samenwerken met andere modules</a:t>
                      </a:r>
                      <a:endParaRPr lang="LID4096" sz="14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82939"/>
                  </a:ext>
                </a:extLst>
              </a:tr>
              <a:tr h="42692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</a:rPr>
                        <a:t>Elektronica moet zichtbaar zijn</a:t>
                      </a:r>
                      <a:endParaRPr lang="LID4096" sz="14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90625"/>
                  </a:ext>
                </a:extLst>
              </a:tr>
              <a:tr h="606679">
                <a:tc>
                  <a:txBody>
                    <a:bodyPr/>
                    <a:lstStyle/>
                    <a:p>
                      <a:r>
                        <a:rPr lang="nl-NL" sz="1400" cap="none" spc="0" dirty="0">
                          <a:solidFill>
                            <a:schemeClr val="bg1"/>
                          </a:solidFill>
                        </a:rPr>
                        <a:t>Enige middelen tegen warmtevervoming</a:t>
                      </a:r>
                      <a:endParaRPr lang="LID4096" sz="14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492933"/>
                  </a:ext>
                </a:extLst>
              </a:tr>
              <a:tr h="42692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</a:rPr>
                        <a:t>Instelbare lineariteit en zaagsignaal</a:t>
                      </a:r>
                      <a:endParaRPr lang="LID4096" sz="14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LID4096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71775" marR="103065" marT="76350" marB="10306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281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2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BFB7-4B1E-4B9D-DDC5-D5873518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8B68077-AFCE-AA34-B303-5A18087C9038}"/>
              </a:ext>
            </a:extLst>
          </p:cNvPr>
          <p:cNvSpPr>
            <a:spLocks noGrp="1"/>
          </p:cNvSpPr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dirty="0">
                <a:solidFill>
                  <a:srgbClr val="FFFFFF"/>
                </a:solidFill>
              </a:rPr>
              <a:t>Beperkingen</a:t>
            </a:r>
          </a:p>
        </p:txBody>
      </p:sp>
      <p:graphicFrame>
        <p:nvGraphicFramePr>
          <p:cNvPr id="9" name="Tijdelijke aanduiding voor inhoud 2">
            <a:extLst>
              <a:ext uri="{FF2B5EF4-FFF2-40B4-BE49-F238E27FC236}">
                <a16:creationId xmlns:a16="http://schemas.microsoft.com/office/drawing/2014/main" id="{2D78C05E-72A1-41FA-2A47-E3F15FF552D3}"/>
              </a:ext>
            </a:extLst>
          </p:cNvPr>
          <p:cNvGraphicFramePr>
            <a:graphicFrameLocks noGrp="1"/>
          </p:cNvGraphicFramePr>
          <p:nvPr/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5225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AADD41-20DA-F8C8-E726-5B60F85A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Concept oplossingen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6502BAE-B7F5-5DA3-A8CD-625C1945F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Concept 1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C48BE57-BE6D-A13C-06DB-81248D1E59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Zaagtand oscillator als kern, andere signalen worden daaruit gemoduleerd.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Gebaseerd op een comparator / integrator opamp schakeling.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9C26AC5-EAAA-7BC1-9120-6B810C282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Concept 2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F1C61D5-1713-67AC-B015-60D06C5EFB9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Relaxation oscillator als kern, zaagtand wordt gemoduleerd uit blok of driehoek.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Geïnspireerd door “Electronics a system approach” van Neil Storey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21665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F4B159-4D8E-D2DF-CCE7-2CE9685A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Concept 1</a:t>
            </a:r>
          </a:p>
        </p:txBody>
      </p:sp>
      <p:pic>
        <p:nvPicPr>
          <p:cNvPr id="11" name="Tijdelijke aanduiding voor inhoud 10" descr="Afbeelding met tekst, diagram, Plan, Technische tekening&#10;&#10;Automatisch gegenereerde beschrijving">
            <a:extLst>
              <a:ext uri="{FF2B5EF4-FFF2-40B4-BE49-F238E27FC236}">
                <a16:creationId xmlns:a16="http://schemas.microsoft.com/office/drawing/2014/main" id="{58C2573E-065E-45B6-0A73-116971877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586" y="467208"/>
            <a:ext cx="6509432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45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2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02F24E-5993-4DBE-D3AC-9FC74FBF5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4551036"/>
            <a:ext cx="4284420" cy="1687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4100" dirty="0">
                <a:solidFill>
                  <a:schemeClr val="bg1"/>
                </a:solidFill>
              </a:rPr>
              <a:t>Conceptschakeling</a:t>
            </a:r>
            <a:r>
              <a:rPr lang="en-US" sz="4100" dirty="0">
                <a:solidFill>
                  <a:schemeClr val="bg1"/>
                </a:solidFill>
              </a:rPr>
              <a:t>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A407515A-A4E8-DAF5-9D6D-22299F0F5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62" r="-2" b="21896"/>
          <a:stretch/>
        </p:blipFill>
        <p:spPr>
          <a:xfrm>
            <a:off x="-98323" y="-122149"/>
            <a:ext cx="12290313" cy="444811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454411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8B2AF62E-EA62-BFEF-0DEF-CE85FA5B95D0}"/>
              </a:ext>
            </a:extLst>
          </p:cNvPr>
          <p:cNvSpPr txBox="1"/>
          <p:nvPr/>
        </p:nvSpPr>
        <p:spPr>
          <a:xfrm>
            <a:off x="6734649" y="4750698"/>
            <a:ext cx="4310672" cy="1463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Gesimuleerd op falstad.com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Mist nog driehoek generator en hoekmodulatie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sz="1600" dirty="0"/>
              <a:t>Voldoet</a:t>
            </a:r>
            <a:r>
              <a:rPr lang="en-US" sz="1600" dirty="0"/>
              <a:t> nog niet volledig aan eisen maar </a:t>
            </a:r>
            <a:r>
              <a:rPr lang="nl-NL" sz="1600" dirty="0"/>
              <a:t>dat</a:t>
            </a:r>
            <a:r>
              <a:rPr lang="en-US" sz="1600" dirty="0"/>
              <a:t> zou veranderd kunnen worden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00445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615862-A830-62EF-50CE-93A3D39E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Concept 2</a:t>
            </a:r>
          </a:p>
        </p:txBody>
      </p:sp>
      <p:pic>
        <p:nvPicPr>
          <p:cNvPr id="6" name="Tijdelijke aanduiding voor inhoud 5" descr="Afbeelding met tekst, diagram, Plan, Technische tekening&#10;&#10;Automatisch gegenereerde beschrijving">
            <a:extLst>
              <a:ext uri="{FF2B5EF4-FFF2-40B4-BE49-F238E27FC236}">
                <a16:creationId xmlns:a16="http://schemas.microsoft.com/office/drawing/2014/main" id="{DAB3368C-74E6-279E-48CB-961BB9222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782570"/>
            <a:ext cx="7225748" cy="529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8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8443-CF34-8FA2-E6B1-EFD74483D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Vergelijking concepten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CA183-5385-C467-85A1-59DC0B0CC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Concept 1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D592-961D-0852-6198-F220065248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Gebruikt 2 opamps voor de kern</a:t>
            </a:r>
          </a:p>
          <a:p>
            <a:r>
              <a:rPr lang="en-GB" dirty="0"/>
              <a:t>Iets ingewikkelder design</a:t>
            </a:r>
          </a:p>
          <a:p>
            <a:r>
              <a:rPr lang="en-GB" dirty="0"/>
              <a:t>Finetune en zaagsignaal makkelijker te bereiken</a:t>
            </a:r>
          </a:p>
          <a:p>
            <a:r>
              <a:rPr lang="en-GB" dirty="0"/>
              <a:t>Flexibeler door zaagsignaal als kern</a:t>
            </a:r>
          </a:p>
          <a:p>
            <a:r>
              <a:rPr lang="en-GB" dirty="0"/>
              <a:t>Onder 50 euro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854BB-4BCA-B018-8B04-415E57BEE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Concept 2</a:t>
            </a:r>
            <a:endParaRPr lang="LID4096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D02FEB-E1EA-FE25-19E1-D7BDC656A1B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nl-NL" dirty="0"/>
              <a:t>Gebruikt 1 opamp voor de kern</a:t>
            </a:r>
          </a:p>
          <a:p>
            <a:r>
              <a:rPr lang="en-GB" dirty="0"/>
              <a:t>Wat minder ingewikkeld</a:t>
            </a:r>
          </a:p>
          <a:p>
            <a:r>
              <a:rPr lang="en-GB" dirty="0"/>
              <a:t>Zaagsignaal en finetune moeilijker te bereiken</a:t>
            </a:r>
          </a:p>
          <a:p>
            <a:r>
              <a:rPr lang="en-GB" dirty="0"/>
              <a:t>Minder flexibel want blok- en driehoeksignaal als kern</a:t>
            </a:r>
          </a:p>
          <a:p>
            <a:r>
              <a:rPr lang="en-GB" dirty="0"/>
              <a:t>Onder 50 euro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46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80084EE-0E45-D2AE-34DE-1673E6EA5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76" y="872564"/>
            <a:ext cx="3963077" cy="125449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Voorkeur 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Concept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0AF4B514-D4FF-3F51-8495-0D7E7920525C}"/>
              </a:ext>
            </a:extLst>
          </p:cNvPr>
          <p:cNvSpPr txBox="1"/>
          <p:nvPr/>
        </p:nvSpPr>
        <p:spPr>
          <a:xfrm>
            <a:off x="609600" y="2585884"/>
            <a:ext cx="60173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Zaagsignalen zijn makkelijker om te zetten naar andere signalen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Flexibeler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Conceptschakeling voldoet (bijna) aan de eisen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Interessantere uitdaging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Onder 50 euro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07623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37E065B-4E3C-0F1C-49F0-6A0AB878A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nl-NL" sz="4800" dirty="0">
                <a:solidFill>
                  <a:srgbClr val="FFFFFF"/>
                </a:solidFill>
              </a:rPr>
              <a:t>Einde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438166"/>
      </p:ext>
    </p:extLst>
  </p:cSld>
  <p:clrMapOvr>
    <a:masterClrMapping/>
  </p:clrMapOvr>
</p:sld>
</file>

<file path=ppt/theme/theme1.xml><?xml version="1.0" encoding="utf-8"?>
<a:theme xmlns:a="http://schemas.openxmlformats.org/drawingml/2006/main" name="1_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F9E7CE3F605F48808338EA777146EA" ma:contentTypeVersion="5" ma:contentTypeDescription="Create a new document." ma:contentTypeScope="" ma:versionID="217c49094ded4ebd19e67447b15a2670">
  <xsd:schema xmlns:xsd="http://www.w3.org/2001/XMLSchema" xmlns:xs="http://www.w3.org/2001/XMLSchema" xmlns:p="http://schemas.microsoft.com/office/2006/metadata/properties" xmlns:ns3="e6cbb9ec-7a5a-47df-86da-2fdb804d39dc" targetNamespace="http://schemas.microsoft.com/office/2006/metadata/properties" ma:root="true" ma:fieldsID="46dd601ebcd42aa2a2dcceb619a0821a" ns3:_="">
    <xsd:import namespace="e6cbb9ec-7a5a-47df-86da-2fdb804d39d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cbb9ec-7a5a-47df-86da-2fdb804d39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6cbb9ec-7a5a-47df-86da-2fdb804d39d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BEFF01-994E-40E8-BB00-091BF93E51ED}">
  <ds:schemaRefs>
    <ds:schemaRef ds:uri="e6cbb9ec-7a5a-47df-86da-2fdb804d39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1820F33-11E4-4F88-A998-A7628610AE99}">
  <ds:schemaRefs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e6cbb9ec-7a5a-47df-86da-2fdb804d39d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C70E696-D096-44B8-A040-87860660800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36377b7-70c4-4493-a338-095918d327e9}" enabled="0" method="" siteId="{e36377b7-70c4-4493-a338-095918d327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TM04033921[[fn=Damast]]</Template>
  <TotalTime>409</TotalTime>
  <Words>317</Words>
  <Application>Microsoft Office PowerPoint</Application>
  <PresentationFormat>Breedbeeld</PresentationFormat>
  <Paragraphs>103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1_Kantoorthema</vt:lpstr>
      <vt:lpstr>Modulaire Synthesizer, VCO Concepten.</vt:lpstr>
      <vt:lpstr>Inhoudsopgave</vt:lpstr>
      <vt:lpstr>Inleiding</vt:lpstr>
      <vt:lpstr>PowerPoint-presentatie</vt:lpstr>
      <vt:lpstr>PowerPoint-presentatie</vt:lpstr>
      <vt:lpstr>Concept oplossingen</vt:lpstr>
      <vt:lpstr>Concept 1</vt:lpstr>
      <vt:lpstr>Conceptschakeling 1</vt:lpstr>
      <vt:lpstr>Concept 2</vt:lpstr>
      <vt:lpstr>Vergelijking concepten</vt:lpstr>
      <vt:lpstr>Voorkeur  Concept 1</vt:lpstr>
      <vt:lpstr>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Thijn Berkhoff (student)</dc:creator>
  <cp:lastModifiedBy>Thijn Berkhoff (student)</cp:lastModifiedBy>
  <cp:revision>3</cp:revision>
  <dcterms:created xsi:type="dcterms:W3CDTF">2024-09-18T14:18:36Z</dcterms:created>
  <dcterms:modified xsi:type="dcterms:W3CDTF">2024-09-30T12:25:38Z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0x010100A8F9E7CE3F605F48808338EA777146EA</vt:lpwstr>
  </property>
</Properties>
</file>