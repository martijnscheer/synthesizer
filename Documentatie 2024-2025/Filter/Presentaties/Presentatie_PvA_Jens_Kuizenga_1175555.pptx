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56" r:id="rId5"/>
    <p:sldId id="258" r:id="rId6"/>
    <p:sldId id="266" r:id="rId7"/>
    <p:sldId id="267" r:id="rId8"/>
    <p:sldId id="268" r:id="rId9"/>
    <p:sldId id="259" r:id="rId10"/>
    <p:sldId id="261" r:id="rId11"/>
    <p:sldId id="262" r:id="rId12"/>
    <p:sldId id="263" r:id="rId13"/>
    <p:sldId id="264" r:id="rId14"/>
    <p:sldId id="260" r:id="rId15"/>
    <p:sldId id="269" r:id="rId16"/>
    <p:sldId id="26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C966129-5DDB-4CDD-B268-1231C811EC2F}" v="1354" dt="2024-09-10T09:27:54.236"/>
    <p1510:client id="{E016BFC0-908F-4C13-87E7-25ADC0810C92}" v="187" dt="2024-09-10T08:52:33.1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nl-NL"/>
              <a:t>Klik op het pictogram als u een tabel wilt toevoegen</a:t>
            </a:r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‹nr.›</a:t>
            </a:fld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van twe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‹nr.›</a:t>
            </a:fld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nl-NL"/>
              <a:t>Klik op het pictogram als u een tabel wilt toevoegen</a:t>
            </a: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6874" y="1671639"/>
            <a:ext cx="5884027" cy="120491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 cap="all" spc="150" baseline="0">
                <a:latin typeface="+mj-lt"/>
                <a:ea typeface="+mj-ea"/>
                <a:cs typeface="+mj-cs"/>
              </a:rPr>
              <a:t>Project Ingenieursbureau</a:t>
            </a:r>
            <a:br>
              <a:rPr lang="en-US" kern="1200" cap="all" spc="150" baseline="0">
                <a:latin typeface="+mj-lt"/>
                <a:ea typeface="+mj-ea"/>
                <a:cs typeface="+mj-cs"/>
              </a:rPr>
            </a:br>
            <a:r>
              <a:rPr lang="en-US" kern="1200" cap="all" spc="150" baseline="0">
                <a:latin typeface="+mj-lt"/>
                <a:ea typeface="+mj-ea"/>
                <a:cs typeface="+mj-cs"/>
              </a:rPr>
              <a:t>Plan van Aanpak</a:t>
            </a:r>
          </a:p>
        </p:txBody>
      </p:sp>
      <p:pic>
        <p:nvPicPr>
          <p:cNvPr id="7" name="Afbeelding 6" descr="Afbeelding met kunst, Graphics, schermopname, grafische vormgeving&#10;&#10;Automatisch gegenereerde beschrijving">
            <a:extLst>
              <a:ext uri="{FF2B5EF4-FFF2-40B4-BE49-F238E27FC236}">
                <a16:creationId xmlns:a16="http://schemas.microsoft.com/office/drawing/2014/main" id="{AF969CB7-A7C4-DFC9-6F98-5212149BA59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174" r="6087" b="1"/>
          <a:stretch/>
        </p:blipFill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  <a:noFill/>
        </p:spPr>
      </p:pic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10DEB1CA-260B-390D-D05D-BB4B234D9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1</a:t>
            </a:fld>
            <a:endParaRPr lang="en-US"/>
          </a:p>
        </p:txBody>
      </p:sp>
      <p:sp>
        <p:nvSpPr>
          <p:cNvPr id="4" name="Tijdelijke aanduiding voor inhoud 2">
            <a:extLst>
              <a:ext uri="{FF2B5EF4-FFF2-40B4-BE49-F238E27FC236}">
                <a16:creationId xmlns:a16="http://schemas.microsoft.com/office/drawing/2014/main" id="{F1726A9C-7CE2-5CC8-FD1A-D592CCE9C900}"/>
              </a:ext>
            </a:extLst>
          </p:cNvPr>
          <p:cNvSpPr txBox="1">
            <a:spLocks/>
          </p:cNvSpPr>
          <p:nvPr/>
        </p:nvSpPr>
        <p:spPr>
          <a:xfrm>
            <a:off x="5453725" y="3660774"/>
            <a:ext cx="5907176" cy="2536826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800" b="0" spc="50" err="1"/>
              <a:t>Opdrachtgever</a:t>
            </a:r>
            <a:r>
              <a:rPr lang="en-US" sz="1800" b="0" spc="50"/>
              <a:t>: </a:t>
            </a:r>
            <a:r>
              <a:rPr lang="en-US" sz="1800" b="0" spc="50" err="1"/>
              <a:t>Windesheim</a:t>
            </a:r>
            <a:r>
              <a:rPr lang="en-US" sz="1800" b="0" spc="50"/>
              <a:t> 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800" b="0" spc="50" err="1"/>
              <a:t>Bedrijf</a:t>
            </a:r>
            <a:r>
              <a:rPr lang="en-US" sz="1800" b="0" spc="50"/>
              <a:t>: Pulse </a:t>
            </a:r>
            <a:r>
              <a:rPr lang="en-US" sz="1800" b="0" spc="50" err="1"/>
              <a:t>Soundworks</a:t>
            </a:r>
            <a:endParaRPr lang="en-US" sz="1800" b="0" spc="50"/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800" b="0" spc="50"/>
              <a:t>Datum: 11-09-’24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800" b="0" spc="50"/>
              <a:t>Diémo Rijsdijk: 1200704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800" b="0" spc="50"/>
              <a:t>Jens Kuizenga: 1175555</a:t>
            </a:r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F7A355-26DD-C510-CA81-F07C0B265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0" y="1020445"/>
            <a:ext cx="3263900" cy="1325563"/>
          </a:xfrm>
        </p:spPr>
        <p:txBody>
          <a:bodyPr/>
          <a:lstStyle/>
          <a:p>
            <a:r>
              <a:rPr lang="nl-NL"/>
              <a:t>Achtergronden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1F99CB7-AB38-4E9C-E5AC-1A319A21C5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Tx/>
              <a:buChar char="-"/>
            </a:pPr>
            <a:r>
              <a:rPr lang="nl-NL" dirty="0"/>
              <a:t>De Organisatie</a:t>
            </a:r>
          </a:p>
          <a:p>
            <a:pPr marL="285750" indent="-285750">
              <a:buFontTx/>
              <a:buChar char="-"/>
            </a:pPr>
            <a:r>
              <a:rPr lang="nl-NL" dirty="0"/>
              <a:t>De opdracht en opdeling</a:t>
            </a:r>
          </a:p>
          <a:p>
            <a:pPr marL="285750" indent="-285750">
              <a:buFontTx/>
              <a:buChar char="-"/>
            </a:pPr>
            <a:r>
              <a:rPr lang="nl-NL" dirty="0"/>
              <a:t>De stakeholders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0F14C15-0249-39AC-3753-95BCC09EE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10" name="Afbeelding 9" descr="Afbeelding met muziek, piano, synthesizer, muziekinstrument">
            <a:extLst>
              <a:ext uri="{FF2B5EF4-FFF2-40B4-BE49-F238E27FC236}">
                <a16:creationId xmlns:a16="http://schemas.microsoft.com/office/drawing/2014/main" id="{258527C3-FF04-D8EE-1D1B-D159AA17BC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9560" y="3273141"/>
            <a:ext cx="4696747" cy="3131165"/>
          </a:xfrm>
          <a:prstGeom prst="rect">
            <a:avLst/>
          </a:prstGeom>
        </p:spPr>
      </p:pic>
      <p:pic>
        <p:nvPicPr>
          <p:cNvPr id="18" name="Afbeelding 17">
            <a:extLst>
              <a:ext uri="{FF2B5EF4-FFF2-40B4-BE49-F238E27FC236}">
                <a16:creationId xmlns:a16="http://schemas.microsoft.com/office/drawing/2014/main" id="{C53FEC8F-589A-83A2-65C9-72D8982B35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7997" y="611663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279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00F22C-A29A-82C6-33CA-CFE66647C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499" y="1020445"/>
            <a:ext cx="3346655" cy="1325563"/>
          </a:xfrm>
        </p:spPr>
        <p:txBody>
          <a:bodyPr/>
          <a:lstStyle/>
          <a:p>
            <a:r>
              <a:rPr lang="nl-NL" dirty="0"/>
              <a:t>Achtergronden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A048603-0DA8-D7C7-147E-77E986164D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- De organisatie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9613FA4F-481D-DD47-EE7D-BD43D0BF6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BAF3260D-CE6B-65B9-0452-711D855472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154" y="3216102"/>
            <a:ext cx="7230484" cy="1743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6723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8FE75E-0E80-0DB8-4C9C-B94F6D59C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499" y="1020445"/>
            <a:ext cx="3425313" cy="1325563"/>
          </a:xfrm>
        </p:spPr>
        <p:txBody>
          <a:bodyPr/>
          <a:lstStyle/>
          <a:p>
            <a:r>
              <a:rPr lang="nl-NL" dirty="0"/>
              <a:t>Achtergronden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D4237E0-BB0E-418C-2962-57A433865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- De opdracht en indeling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8B01BB8-3937-70AD-4E2A-ECC707372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466C1777-1B03-A516-299B-DC40156869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8812" y="3349432"/>
            <a:ext cx="7249537" cy="1457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3362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88B23F-1521-7303-D1E9-0E4CB4FE4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0" y="1020445"/>
            <a:ext cx="3395816" cy="1325563"/>
          </a:xfrm>
        </p:spPr>
        <p:txBody>
          <a:bodyPr/>
          <a:lstStyle/>
          <a:p>
            <a:r>
              <a:rPr lang="nl-NL" dirty="0"/>
              <a:t>Achtergronden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7FA51C0-7094-8C58-45F2-DA024CB424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- De stakeholders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C3E8EE97-062A-70D9-339F-41E2B3D72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20F0BF12-F227-3529-CFB8-9F96BCAB47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9316" y="3321504"/>
            <a:ext cx="7230484" cy="157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368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3AEB0B-16D0-0CB5-CE39-CDF4D13B7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0" y="1020445"/>
            <a:ext cx="3733800" cy="1325563"/>
          </a:xfrm>
        </p:spPr>
        <p:txBody>
          <a:bodyPr/>
          <a:lstStyle/>
          <a:p>
            <a:r>
              <a:rPr lang="nl-NL"/>
              <a:t>Projectresultaat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C1CD569-4958-D716-A8C7-F162709979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Tx/>
              <a:buChar char="-"/>
            </a:pPr>
            <a:r>
              <a:rPr lang="nl-NL"/>
              <a:t>Doelstelling</a:t>
            </a:r>
          </a:p>
          <a:p>
            <a:pPr marL="285750" indent="-285750">
              <a:buFontTx/>
              <a:buChar char="-"/>
            </a:pPr>
            <a:r>
              <a:rPr lang="nl-NL"/>
              <a:t>Programma van eisen</a:t>
            </a:r>
          </a:p>
          <a:p>
            <a:pPr marL="285750" indent="-285750">
              <a:buFontTx/>
              <a:buChar char="-"/>
            </a:pPr>
            <a:r>
              <a:rPr lang="nl-NL"/>
              <a:t>Probleemstelling</a:t>
            </a:r>
          </a:p>
          <a:p>
            <a:pPr marL="285750" indent="-285750">
              <a:buFontTx/>
              <a:buChar char="-"/>
            </a:pPr>
            <a:r>
              <a:rPr lang="nl-NL"/>
              <a:t>Schema’s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4B6B870B-F230-C025-5230-936EEEC9D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5168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CAC6F0-00A3-0D3A-4343-88221CA81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0" y="1020445"/>
            <a:ext cx="4762500" cy="1325563"/>
          </a:xfrm>
        </p:spPr>
        <p:txBody>
          <a:bodyPr/>
          <a:lstStyle/>
          <a:p>
            <a:r>
              <a:rPr lang="nl-NL"/>
              <a:t>Projectresultaat: Doelstelling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278AE26-EB0C-F42E-EEFF-F5090DAB0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/>
              <a:t>- SMART geformuleerd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DA018496-B981-4A7D-2479-C4CB033E4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59E88F78-3FF5-B0DC-5181-23F433FF99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828" y="2374343"/>
            <a:ext cx="7201905" cy="3982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4164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ACCB64-BF11-62AB-6B03-B3DB15CC3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0" y="440342"/>
            <a:ext cx="4521200" cy="1325563"/>
          </a:xfrm>
        </p:spPr>
        <p:txBody>
          <a:bodyPr>
            <a:normAutofit/>
          </a:bodyPr>
          <a:lstStyle/>
          <a:p>
            <a:r>
              <a:rPr lang="nl-NL" dirty="0"/>
              <a:t>Projectresultaat: Programma van eisen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8021528-F7AE-4591-1E7E-7556B40BC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0713" y="2733675"/>
            <a:ext cx="3733800" cy="3269589"/>
          </a:xfrm>
        </p:spPr>
        <p:txBody>
          <a:bodyPr/>
          <a:lstStyle/>
          <a:p>
            <a:pPr marL="285750" indent="-285750">
              <a:buFontTx/>
              <a:buChar char="-"/>
            </a:pPr>
            <a:r>
              <a:rPr lang="nl-NL" dirty="0"/>
              <a:t>Functionele- en niet functionele eisen</a:t>
            </a:r>
          </a:p>
          <a:p>
            <a:pPr marL="285750" indent="-285750">
              <a:buFontTx/>
              <a:buChar char="-"/>
            </a:pPr>
            <a:r>
              <a:rPr lang="nl-NL" dirty="0"/>
              <a:t>Beperkingen</a:t>
            </a:r>
          </a:p>
          <a:p>
            <a:pPr marL="285750" indent="-285750">
              <a:buFontTx/>
              <a:buChar char="-"/>
            </a:pPr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F1171DBE-EFD9-B821-4E6D-16C45B869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80783D10-D102-654F-A9F1-A4A1920FD6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3763" y="1975799"/>
            <a:ext cx="7106642" cy="4563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064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BB03D7-3ED7-1DD2-CBF6-DBB791F21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0" y="1020445"/>
            <a:ext cx="4114800" cy="1325563"/>
          </a:xfrm>
        </p:spPr>
        <p:txBody>
          <a:bodyPr>
            <a:normAutofit/>
          </a:bodyPr>
          <a:lstStyle/>
          <a:p>
            <a:r>
              <a:rPr lang="nl-NL"/>
              <a:t>Projectresultaat: Probleemstelling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5DC2141-7CF4-3B2C-1F93-07012DE51F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Tx/>
              <a:buChar char="-"/>
            </a:pPr>
            <a:r>
              <a:rPr lang="nl-NL"/>
              <a:t>Probleemstelling</a:t>
            </a:r>
          </a:p>
          <a:p>
            <a:pPr marL="285750" indent="-285750">
              <a:buFontTx/>
              <a:buChar char="-"/>
            </a:pPr>
            <a:r>
              <a:rPr lang="nl-NL" dirty="0"/>
              <a:t>Deelvragen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020D265-7B6B-1644-5DAF-BC56677DC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0892F9E6-2302-6671-E2AC-8E656673A9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3769" y="2732199"/>
            <a:ext cx="6811326" cy="3153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5121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10D55F-0C17-1A7B-B642-367FE548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790" y="212007"/>
            <a:ext cx="3898900" cy="1325563"/>
          </a:xfrm>
        </p:spPr>
        <p:txBody>
          <a:bodyPr/>
          <a:lstStyle/>
          <a:p>
            <a:r>
              <a:rPr lang="nl-NL"/>
              <a:t>Projectresultaat: Schema’s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A6CF9ED-4411-701A-28B6-BCC6A66FE2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790" y="2741871"/>
            <a:ext cx="2895600" cy="3269589"/>
          </a:xfrm>
        </p:spPr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DFEFA2F0-089E-D6F9-C1DE-BAF51DBFE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E5B79AD4-506F-32FB-E0BD-2A670F832D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924" y="1275566"/>
            <a:ext cx="9552636" cy="5080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7703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72BEA7-F8A3-1F38-D30D-41A71D141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0" y="1020445"/>
            <a:ext cx="4000500" cy="1325563"/>
          </a:xfrm>
        </p:spPr>
        <p:txBody>
          <a:bodyPr>
            <a:normAutofit/>
          </a:bodyPr>
          <a:lstStyle/>
          <a:p>
            <a:r>
              <a:rPr lang="nl-NL" dirty="0"/>
              <a:t>Projectgrenzen en randvoorwaarden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62122A6-BC05-0DCB-17C2-E58BEE508C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Tx/>
              <a:buChar char="-"/>
            </a:pPr>
            <a:r>
              <a:rPr lang="nl-NL" dirty="0"/>
              <a:t>De afbakening</a:t>
            </a:r>
          </a:p>
          <a:p>
            <a:pPr marL="285750" indent="-285750">
              <a:buFontTx/>
              <a:buChar char="-"/>
            </a:pPr>
            <a:r>
              <a:rPr lang="nl-NL" dirty="0"/>
              <a:t>Grensgevallen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1C58C356-0057-CE64-DEF0-05E18CA7C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1D2EC7F4-CB64-5D4A-C3B8-66F53B93C1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0285" y="2633551"/>
            <a:ext cx="7335274" cy="1590897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B053B405-06DA-6A65-B8A9-42254DC6CB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1732" y="4759678"/>
            <a:ext cx="7192379" cy="819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4665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4BE549-3E68-1D83-AC05-3CBCF5FCA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499" y="1020445"/>
            <a:ext cx="4418371" cy="1325563"/>
          </a:xfrm>
        </p:spPr>
        <p:txBody>
          <a:bodyPr>
            <a:normAutofit/>
          </a:bodyPr>
          <a:lstStyle/>
          <a:p>
            <a:r>
              <a:rPr lang="nl-NL" dirty="0"/>
              <a:t>Projectgrenzen en randvoorwaarden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A960E38-7C84-424F-C0E8-56C1CD0D67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- De randvoorwaarden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6CDDC199-4755-7461-894C-F97F1C028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09E4B5D6-71D1-31D1-18ED-EB0E0E85E2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082" y="2674013"/>
            <a:ext cx="6201640" cy="2124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5599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C4F56C-4A79-D59B-DE94-967751288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Vragen?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FC6831C-DEEA-BB78-08EA-DB76E0007A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674013"/>
            <a:ext cx="3366837" cy="3269589"/>
          </a:xfrm>
        </p:spPr>
        <p:txBody>
          <a:bodyPr/>
          <a:lstStyle/>
          <a:p>
            <a:r>
              <a:rPr lang="nl-NL"/>
              <a:t>- Bedankt voor jullie aandacht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C1B701F2-9D23-EC6A-E0AB-DAACEF507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477774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B4C378B3115C24E8B590865446597B2" ma:contentTypeVersion="9" ma:contentTypeDescription="Create a new document." ma:contentTypeScope="" ma:versionID="8a0167f10e505ae8f4bb7e5db3557b7d">
  <xsd:schema xmlns:xsd="http://www.w3.org/2001/XMLSchema" xmlns:xs="http://www.w3.org/2001/XMLSchema" xmlns:p="http://schemas.microsoft.com/office/2006/metadata/properties" xmlns:ns3="320e1162-b6d9-4c5c-88a3-05c155e5be15" xmlns:ns4="017813c7-861c-4387-b295-d582ababe8a0" targetNamespace="http://schemas.microsoft.com/office/2006/metadata/properties" ma:root="true" ma:fieldsID="6f99bfaac3cedaefb31c398e9c9ee3dc" ns3:_="" ns4:_="">
    <xsd:import namespace="320e1162-b6d9-4c5c-88a3-05c155e5be15"/>
    <xsd:import namespace="017813c7-861c-4387-b295-d582ababe8a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0e1162-b6d9-4c5c-88a3-05c155e5be1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7813c7-861c-4387-b295-d582ababe8a0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20e1162-b6d9-4c5c-88a3-05c155e5be15" xsi:nil="true"/>
  </documentManagement>
</p:properties>
</file>

<file path=customXml/itemProps1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5830B95-B1F1-409D-AEC6-781C817399D4}">
  <ds:schemaRefs>
    <ds:schemaRef ds:uri="017813c7-861c-4387-b295-d582ababe8a0"/>
    <ds:schemaRef ds:uri="320e1162-b6d9-4c5c-88a3-05c155e5be1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49168DCE-134F-4610-A6AA-88CEBE8D71D2}">
  <ds:schemaRefs>
    <ds:schemaRef ds:uri="017813c7-861c-4387-b295-d582ababe8a0"/>
    <ds:schemaRef ds:uri="http://schemas.microsoft.com/office/infopath/2007/PartnerControls"/>
    <ds:schemaRef ds:uri="http://schemas.microsoft.com/office/2006/documentManagement/types"/>
    <ds:schemaRef ds:uri="http://purl.org/dc/terms/"/>
    <ds:schemaRef ds:uri="http://purl.org/dc/dcmitype/"/>
    <ds:schemaRef ds:uri="http://schemas.openxmlformats.org/package/2006/metadata/core-properties"/>
    <ds:schemaRef ds:uri="http://schemas.microsoft.com/office/2006/metadata/properties"/>
    <ds:schemaRef ds:uri="http://purl.org/dc/elements/1.1/"/>
    <ds:schemaRef ds:uri="http://www.w3.org/XML/1998/namespace"/>
    <ds:schemaRef ds:uri="320e1162-b6d9-4c5c-88a3-05c155e5be15"/>
  </ds:schemaRefs>
</ds:datastoreItem>
</file>

<file path=docMetadata/LabelInfo.xml><?xml version="1.0" encoding="utf-8"?>
<clbl:labelList xmlns:clbl="http://schemas.microsoft.com/office/2020/mipLabelMetadata">
  <clbl:label id="{e36377b7-70c4-4493-a338-095918d327e9}" enabled="0" method="" siteId="{e36377b7-70c4-4493-a338-095918d327e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{8037F449-156A-422C-8708-6BFE7ED669AF}tf67328976_win32</Template>
  <TotalTime>212</TotalTime>
  <Words>112</Words>
  <Application>Microsoft Office PowerPoint</Application>
  <PresentationFormat>Breedbeeld</PresentationFormat>
  <Paragraphs>51</Paragraphs>
  <Slides>13</Slides>
  <Notes>1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13</vt:i4>
      </vt:variant>
    </vt:vector>
  </HeadingPairs>
  <TitlesOfParts>
    <vt:vector size="17" baseType="lpstr">
      <vt:lpstr>Arial</vt:lpstr>
      <vt:lpstr>Calibri</vt:lpstr>
      <vt:lpstr>Tenorite</vt:lpstr>
      <vt:lpstr>Custom</vt:lpstr>
      <vt:lpstr>Project Ingenieursbureau Plan van Aanpak</vt:lpstr>
      <vt:lpstr>Achtergronden</vt:lpstr>
      <vt:lpstr>Achtergronden</vt:lpstr>
      <vt:lpstr>Achtergronden</vt:lpstr>
      <vt:lpstr>Achtergronden</vt:lpstr>
      <vt:lpstr>Projectresultaat</vt:lpstr>
      <vt:lpstr>Projectresultaat: Doelstelling</vt:lpstr>
      <vt:lpstr>Projectresultaat: Programma van eisen</vt:lpstr>
      <vt:lpstr>Projectresultaat: Probleemstelling</vt:lpstr>
      <vt:lpstr>Projectresultaat: Schema’s</vt:lpstr>
      <vt:lpstr>Projectgrenzen en randvoorwaarden</vt:lpstr>
      <vt:lpstr>Projectgrenzen en randvoorwaarden</vt:lpstr>
      <vt:lpstr>Vragen?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Presentation</dc:title>
  <dc:creator>Jens Kuizenga (student)</dc:creator>
  <cp:lastModifiedBy>Jens Kuizenga (student)</cp:lastModifiedBy>
  <cp:revision>4</cp:revision>
  <dcterms:created xsi:type="dcterms:W3CDTF">2024-09-09T08:38:26Z</dcterms:created>
  <dcterms:modified xsi:type="dcterms:W3CDTF">2024-09-12T14:10:24Z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0x010100AB4C378B3115C24E8B590865446597B2</vt:lpwstr>
  </property>
  <property fmtid="{D5CDD505-2E9C-101B-9397-08002B2CF9AE}" pid="3" name="MediaServiceImageTags">
    <vt:lpwstr/>
  </property>
</Properties>
</file>