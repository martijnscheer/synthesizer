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4" r:id="rId6"/>
    <p:sldId id="276" r:id="rId7"/>
    <p:sldId id="266" r:id="rId8"/>
    <p:sldId id="268" r:id="rId9"/>
    <p:sldId id="278" r:id="rId10"/>
    <p:sldId id="294" r:id="rId11"/>
    <p:sldId id="297" r:id="rId12"/>
    <p:sldId id="298" r:id="rId13"/>
    <p:sldId id="299" r:id="rId14"/>
    <p:sldId id="295" r:id="rId15"/>
    <p:sldId id="296" r:id="rId16"/>
    <p:sldId id="291" r:id="rId17"/>
    <p:sldId id="29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126E4-F7AE-4BA8-9C7F-EE5B76EA52B3}" v="143" dt="2024-11-19T20:45:27.174"/>
    <p1510:client id="{A2A2022D-4929-D5D7-4CDD-5C7BB096BDE5}" v="128" dt="2024-11-19T20:41:55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kern="1200" cap="all" spc="150" baseline="0" noProof="0" dirty="0">
                <a:latin typeface="+mj-lt"/>
                <a:ea typeface="+mj-ea"/>
                <a:cs typeface="+mj-cs"/>
              </a:rPr>
              <a:t>Project Ingenieursbureau</a:t>
            </a:r>
            <a:br>
              <a:rPr lang="nl-NL" kern="1200" cap="all" spc="150" baseline="0" noProof="0" dirty="0">
                <a:latin typeface="+mj-lt"/>
                <a:ea typeface="+mj-ea"/>
                <a:cs typeface="+mj-cs"/>
              </a:rPr>
            </a:br>
            <a:r>
              <a:rPr lang="nl-NL" kern="1200" cap="all" spc="150" baseline="0" noProof="0" dirty="0">
                <a:latin typeface="+mj-lt"/>
                <a:ea typeface="+mj-ea"/>
                <a:cs typeface="+mj-cs"/>
              </a:rPr>
              <a:t>VCF PCB</a:t>
            </a:r>
          </a:p>
        </p:txBody>
      </p:sp>
      <p:pic>
        <p:nvPicPr>
          <p:cNvPr id="7" name="Afbeelding 6" descr="Afbeelding met kunst, Graphics, schermopname, grafische vormgeving&#10;&#10;Automatisch gegenereerde beschrijving">
            <a:extLst>
              <a:ext uri="{FF2B5EF4-FFF2-40B4-BE49-F238E27FC236}">
                <a16:creationId xmlns:a16="http://schemas.microsoft.com/office/drawing/2014/main" id="{AF969CB7-A7C4-DFC9-6F98-5212149B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74" r="6087" b="1"/>
          <a:stretch/>
        </p:blipFill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0DEB1CA-260B-390D-D05D-BB4B234D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nl-NL" noProof="0" smtClean="0"/>
              <a:pPr>
                <a:spcAft>
                  <a:spcPts val="600"/>
                </a:spcAft>
              </a:pPr>
              <a:t>1</a:t>
            </a:fld>
            <a:endParaRPr lang="nl-NL" noProof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F1726A9C-7CE2-5CC8-FD1A-D592CCE9C900}"/>
              </a:ext>
            </a:extLst>
          </p:cNvPr>
          <p:cNvSpPr txBox="1">
            <a:spLocks/>
          </p:cNvSpPr>
          <p:nvPr/>
        </p:nvSpPr>
        <p:spPr>
          <a:xfrm>
            <a:off x="5453725" y="3660774"/>
            <a:ext cx="5907176" cy="253682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 dirty="0"/>
              <a:t>Opdrachtgever: Windesheim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 dirty="0"/>
              <a:t>Bedrijf: </a:t>
            </a:r>
            <a:r>
              <a:rPr lang="nl-NL" sz="1800" b="0" spc="50" noProof="0" dirty="0" err="1"/>
              <a:t>Pulse</a:t>
            </a:r>
            <a:r>
              <a:rPr lang="nl-NL" sz="1800" b="0" spc="50" noProof="0" dirty="0"/>
              <a:t> </a:t>
            </a:r>
            <a:r>
              <a:rPr lang="nl-NL" sz="1800" b="0" spc="50" noProof="0" dirty="0" err="1"/>
              <a:t>Soundworks</a:t>
            </a:r>
            <a:endParaRPr lang="nl-NL" sz="1800" b="0" spc="50" noProof="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 dirty="0"/>
              <a:t>Datum: </a:t>
            </a:r>
            <a:r>
              <a:rPr lang="nl-NL" sz="1800" spc="50" noProof="0" dirty="0"/>
              <a:t>20</a:t>
            </a:r>
            <a:r>
              <a:rPr lang="nl-NL" sz="1800" b="0" spc="50" noProof="0" dirty="0"/>
              <a:t>-11-’24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 dirty="0"/>
              <a:t>Diémo Rijsdijk: 1200704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 dirty="0"/>
              <a:t>Jens </a:t>
            </a:r>
            <a:r>
              <a:rPr lang="nl-NL" sz="1800" b="0" spc="50" noProof="0" dirty="0" err="1"/>
              <a:t>Kuizenga</a:t>
            </a:r>
            <a:r>
              <a:rPr lang="nl-NL" sz="1800" b="0" spc="50" noProof="0" dirty="0"/>
              <a:t>: 1175555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3F92-90AC-029E-78AD-CC817C94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Inhoud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879E1-BA58-835A-11E3-CAB549572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865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Inleiding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Opdracht en doelstelling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Beperkingen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/>
              <a:t>Schema</a:t>
            </a:r>
            <a:endParaRPr lang="nl-NL" noProof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/>
              <a:t>PCB-ontwerp</a:t>
            </a:r>
            <a:endParaRPr lang="nl-NL" noProof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dirty="0"/>
              <a:t>Haalbaarheid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0D399-33D4-8A23-3AC6-1E9CFB47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28213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9F0110-7B0B-9CA5-69F3-07B847E4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42AD67-B233-B8C3-CB30-3A15258CA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5800034" cy="32695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Voor het vak PIB gaan wij een synthesizer bouwen waarvan wij het filter gaan maken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Het doel van het project is het produceren van een effectfilter module voor een modulaire </a:t>
            </a:r>
            <a:r>
              <a:rPr lang="nl-NL" noProof="0" err="1"/>
              <a:t>synth</a:t>
            </a:r>
            <a:r>
              <a:rPr lang="nl-NL" noProof="0"/>
              <a:t> die de kantelfrequentie kan regelen via een interface en via een input door middel van een spanning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Aan het eind van het project wordt er een werkende synthesizer opgeleverd.</a:t>
            </a:r>
            <a:endParaRPr lang="nl-NL" noProof="0">
              <a:solidFill>
                <a:srgbClr val="FF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3F3BDC-1751-2A5C-38BD-735F2625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67271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EC5D-AD0E-4D6E-217A-2B11B3B1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Opdracht en doelstelling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3D55-A225-7389-CAC7-150A38A5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/>
              <a:t>High-pass en Low-pass</a:t>
            </a:r>
          </a:p>
          <a:p>
            <a:pPr marL="285750" indent="-285750">
              <a:buFontTx/>
              <a:buChar char="-"/>
            </a:pPr>
            <a:r>
              <a:rPr lang="nl-NL" noProof="0"/>
              <a:t>Low-pass </a:t>
            </a:r>
            <a:r>
              <a:rPr lang="nl-NL" noProof="0" err="1"/>
              <a:t>spanningsgestuurd</a:t>
            </a:r>
            <a:endParaRPr lang="nl-NL" noProof="0"/>
          </a:p>
          <a:p>
            <a:pPr marL="285750" indent="-285750">
              <a:buFontTx/>
              <a:buChar char="-"/>
            </a:pPr>
            <a:r>
              <a:rPr lang="nl-NL" noProof="0"/>
              <a:t>6-dB/</a:t>
            </a:r>
            <a:r>
              <a:rPr lang="nl-NL" noProof="0" err="1"/>
              <a:t>oct</a:t>
            </a:r>
            <a:r>
              <a:rPr lang="nl-NL" noProof="0"/>
              <a:t> demping</a:t>
            </a:r>
          </a:p>
          <a:p>
            <a:pPr marL="285750" indent="-285750">
              <a:buFontTx/>
              <a:buChar char="-"/>
            </a:pPr>
            <a:r>
              <a:rPr lang="nl-NL" noProof="0"/>
              <a:t>Tevredenheid klant </a:t>
            </a:r>
            <a:r>
              <a:rPr lang="nl-NL" noProof="0">
                <a:sym typeface="Wingdings" panose="05000000000000000000" pitchFamily="2" charset="2"/>
              </a:rPr>
              <a:t> werkend product</a:t>
            </a:r>
          </a:p>
          <a:p>
            <a:pPr marL="285750" indent="-285750">
              <a:buFontTx/>
              <a:buChar char="-"/>
            </a:pPr>
            <a:r>
              <a:rPr lang="nl-NL" noProof="0">
                <a:sym typeface="Wingdings" panose="05000000000000000000" pitchFamily="2" charset="2"/>
              </a:rPr>
              <a:t>Einddatum</a:t>
            </a: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174B3-D30E-B3FA-3524-7A160AC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4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51205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E00F-13BE-0648-B9F2-84443457D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479132" cy="1325563"/>
          </a:xfrm>
        </p:spPr>
        <p:txBody>
          <a:bodyPr/>
          <a:lstStyle/>
          <a:p>
            <a:r>
              <a:rPr lang="nl-NL" noProof="0" dirty="0"/>
              <a:t>Beperkingen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19EA6-5F28-53A1-4325-2819B550B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5320219" cy="3269589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 dirty="0"/>
              <a:t>Zoveel mogelijk componenten die bij Windesheim op voorraad zijn / standaard componenten</a:t>
            </a:r>
          </a:p>
          <a:p>
            <a:pPr marL="285750" indent="-285750">
              <a:buFontTx/>
              <a:buChar char="-"/>
            </a:pPr>
            <a:r>
              <a:rPr lang="nl-NL" noProof="0" dirty="0"/>
              <a:t>PCB-ontwerp voldoet aan de door de fabrikant gestelde beperkingen (</a:t>
            </a:r>
            <a:r>
              <a:rPr lang="nl-NL" noProof="0" dirty="0">
                <a:sym typeface="Wingdings" panose="05000000000000000000" pitchFamily="2" charset="2"/>
              </a:rPr>
              <a:t> </a:t>
            </a:r>
            <a:r>
              <a:rPr lang="nl-NL" noProof="0" dirty="0" err="1">
                <a:sym typeface="Wingdings" panose="05000000000000000000" pitchFamily="2" charset="2"/>
              </a:rPr>
              <a:t>Altium</a:t>
            </a:r>
            <a:r>
              <a:rPr lang="nl-NL" noProof="0" dirty="0">
                <a:sym typeface="Wingdings" panose="05000000000000000000" pitchFamily="2" charset="2"/>
              </a:rPr>
              <a:t>)</a:t>
            </a:r>
            <a:endParaRPr lang="nl-NL" noProof="0" dirty="0"/>
          </a:p>
          <a:p>
            <a:pPr marL="285750" indent="-285750">
              <a:buFontTx/>
              <a:buChar char="-"/>
            </a:pPr>
            <a:r>
              <a:rPr lang="nl-NL" noProof="0" dirty="0"/>
              <a:t>Geen end-of-life componenten</a:t>
            </a:r>
          </a:p>
          <a:p>
            <a:pPr marL="285750" indent="-285750">
              <a:buFontTx/>
              <a:buChar char="-"/>
            </a:pPr>
            <a:r>
              <a:rPr lang="nl-NL" noProof="0" dirty="0"/>
              <a:t>Goed</a:t>
            </a:r>
            <a:r>
              <a:rPr lang="nl-NL" dirty="0"/>
              <a:t>e beschikbaarheid componenten, lage prijs</a:t>
            </a:r>
            <a:endParaRPr lang="nl-NL" noProof="0" dirty="0"/>
          </a:p>
          <a:p>
            <a:pPr marL="285750" indent="-285750">
              <a:buFontTx/>
              <a:buChar char="-"/>
            </a:pPr>
            <a:r>
              <a:rPr lang="nl-NL" noProof="0" dirty="0"/>
              <a:t>Max. afmetingen </a:t>
            </a:r>
            <a:r>
              <a:rPr lang="nl-NL" noProof="0" dirty="0">
                <a:sym typeface="Wingdings" panose="05000000000000000000" pitchFamily="2" charset="2"/>
              </a:rPr>
              <a:t> behuizing</a:t>
            </a:r>
            <a:endParaRPr lang="nl-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D105F-5C74-112A-874C-F8EEF66F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5</a:t>
            </a:fld>
            <a:endParaRPr lang="nl-NL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60F97-7803-54E4-587F-E3A3C23F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092" y="2790823"/>
            <a:ext cx="4456908" cy="35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0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2B934E-9E33-500C-EC18-AC874FA0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Elektronisch</a:t>
            </a:r>
            <a:br>
              <a:rPr lang="nl-NL" dirty="0"/>
            </a:br>
            <a:r>
              <a:rPr lang="nl-NL" dirty="0"/>
              <a:t>schema</a:t>
            </a:r>
            <a:endParaRPr lang="nl-NL" noProof="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DDD079-0F9C-7DF6-3C62-EF97ACEE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978" y="2674013"/>
            <a:ext cx="3159760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Eigenschappen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nl-NL" noProof="0"/>
              <a:t>Diode als weerstand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nl-NL" noProof="0"/>
              <a:t>Spanningsafhankelijk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FA0C060-0362-73B7-F3F9-5C5329B6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6</a:t>
            </a:fld>
            <a:endParaRPr lang="nl-NL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E1019-B6A3-E420-ACF8-B20657F5C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56" y="626471"/>
            <a:ext cx="7665744" cy="3682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A18C30-53EE-B37B-DE28-B59FF2521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169" y="3682586"/>
            <a:ext cx="4515853" cy="303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10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BC5C-E9FB-8DE9-4300-840C5396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PCB-</a:t>
            </a:r>
            <a:r>
              <a:rPr lang="en-US" dirty="0" err="1"/>
              <a:t>ontwerp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998B7-F401-2055-DBE5-D6CCE914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Beperkingen</a:t>
            </a:r>
            <a:r>
              <a:rPr lang="en-US" dirty="0"/>
              <a:t> </a:t>
            </a:r>
            <a:r>
              <a:rPr lang="en-US" dirty="0" err="1"/>
              <a:t>fabrikant</a:t>
            </a:r>
            <a:endParaRPr lang="en-US" dirty="0"/>
          </a:p>
          <a:p>
            <a:r>
              <a:rPr lang="en-US" dirty="0" err="1"/>
              <a:t>Elektrische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mechanische</a:t>
            </a:r>
            <a:r>
              <a:rPr lang="en-US" dirty="0"/>
              <a:t> </a:t>
            </a:r>
            <a:r>
              <a:rPr lang="en-US" dirty="0" err="1"/>
              <a:t>verbindingen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front</a:t>
            </a:r>
          </a:p>
          <a:p>
            <a:r>
              <a:rPr lang="en-US" dirty="0" err="1"/>
              <a:t>Dikte</a:t>
            </a:r>
            <a:r>
              <a:rPr lang="en-US" dirty="0"/>
              <a:t> traces, layout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61EAC-9D0D-E3FB-3B03-89A4AB64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Afbeelding 5" descr="Afbeelding met tekst, kaart, Graphics, kunst&#10;&#10;Automatisch gegenereerde beschrijving">
            <a:extLst>
              <a:ext uri="{FF2B5EF4-FFF2-40B4-BE49-F238E27FC236}">
                <a16:creationId xmlns:a16="http://schemas.microsoft.com/office/drawing/2014/main" id="{79741385-0810-C6CB-566F-F8B98AAE4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57" t="-132" r="17510" b="449"/>
          <a:stretch/>
        </p:blipFill>
        <p:spPr>
          <a:xfrm rot="16200000">
            <a:off x="7257364" y="-1306951"/>
            <a:ext cx="2616388" cy="5973713"/>
          </a:xfrm>
          <a:prstGeom prst="rect">
            <a:avLst/>
          </a:prstGeom>
        </p:spPr>
      </p:pic>
      <p:pic>
        <p:nvPicPr>
          <p:cNvPr id="7" name="Afbeelding 6" descr="Afbeelding met tekst, stroomkring, Elektronische engineering, diagram&#10;&#10;Automatisch gegenereerde beschrijving">
            <a:extLst>
              <a:ext uri="{FF2B5EF4-FFF2-40B4-BE49-F238E27FC236}">
                <a16:creationId xmlns:a16="http://schemas.microsoft.com/office/drawing/2014/main" id="{1FEB2EE8-8B5E-A14D-4CF2-0006706FC9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07" t="2974" r="16384" b="2230"/>
          <a:stretch/>
        </p:blipFill>
        <p:spPr>
          <a:xfrm rot="16200000">
            <a:off x="5949192" y="2192401"/>
            <a:ext cx="2701722" cy="563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0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81584-4E89-9552-6FB8-F920BA8B1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PCB-Ontwerp</a:t>
            </a:r>
          </a:p>
        </p:txBody>
      </p:sp>
      <p:pic>
        <p:nvPicPr>
          <p:cNvPr id="6" name="Tijdelijke aanduiding voor inhoud 5" descr="Afbeelding met tekst, stroomkring, Plan, Elektronische engineering&#10;&#10;Automatisch gegenereerde beschrijving">
            <a:extLst>
              <a:ext uri="{FF2B5EF4-FFF2-40B4-BE49-F238E27FC236}">
                <a16:creationId xmlns:a16="http://schemas.microsoft.com/office/drawing/2014/main" id="{C7875367-0680-B536-0BBC-4687701C6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1189935" y="2015515"/>
            <a:ext cx="4143513" cy="4928931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C0E79B3-17FD-D78F-0FA1-050A67AC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Afbeelding 6" descr="Afbeelding met tekst, schermopname, diagram, kaart&#10;&#10;Automatisch gegenereerde beschrijving">
            <a:extLst>
              <a:ext uri="{FF2B5EF4-FFF2-40B4-BE49-F238E27FC236}">
                <a16:creationId xmlns:a16="http://schemas.microsoft.com/office/drawing/2014/main" id="{8F1C6F58-8429-0DAC-8EC1-618EC566A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6983369" y="1706217"/>
            <a:ext cx="4188740" cy="547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2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139968-D00A-598B-088F-617EC426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PCB-Ontwerp</a:t>
            </a:r>
          </a:p>
        </p:txBody>
      </p:sp>
      <p:pic>
        <p:nvPicPr>
          <p:cNvPr id="5" name="Tijdelijke aanduiding voor inhoud 4" descr="Afbeelding met schermopname, tekst, diagram, Kleurrijkheid&#10;&#10;Automatisch gegenereerde beschrijving">
            <a:extLst>
              <a:ext uri="{FF2B5EF4-FFF2-40B4-BE49-F238E27FC236}">
                <a16:creationId xmlns:a16="http://schemas.microsoft.com/office/drawing/2014/main" id="{7A3CCF20-2FF7-9CE7-F74C-57F6AE6FC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7155107" y="1889926"/>
            <a:ext cx="4129080" cy="5522458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D098969-63E9-F822-5580-EC066FEC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Afbeelding 5" descr="Afbeelding met stroomkring, groen, Elektronische engineering, elektronica&#10;&#10;Automatisch gegenereerde beschrijving">
            <a:extLst>
              <a:ext uri="{FF2B5EF4-FFF2-40B4-BE49-F238E27FC236}">
                <a16:creationId xmlns:a16="http://schemas.microsoft.com/office/drawing/2014/main" id="{B31C7052-65C4-0A5E-4C83-21D7DFD6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04039" y="1846263"/>
            <a:ext cx="3994702" cy="556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7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EA59-6F2D-1B35-26DF-8797253E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Tijdelijke aanduiding voor inhoud 5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BA102BC2-98CA-0631-1831-30DD558A9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847" y="226482"/>
            <a:ext cx="11388033" cy="6397693"/>
          </a:xfrm>
        </p:spPr>
      </p:pic>
    </p:spTree>
    <p:extLst>
      <p:ext uri="{BB962C8B-B14F-4D97-AF65-F5344CB8AC3E}">
        <p14:creationId xmlns:p14="http://schemas.microsoft.com/office/powerpoint/2010/main" val="298645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42AA-50FD-F737-2AC3-3AA2C763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442782" cy="1325563"/>
          </a:xfrm>
        </p:spPr>
        <p:txBody>
          <a:bodyPr>
            <a:normAutofit/>
          </a:bodyPr>
          <a:lstStyle/>
          <a:p>
            <a:r>
              <a:rPr lang="en-US" dirty="0" err="1"/>
              <a:t>Componenten</a:t>
            </a:r>
            <a:r>
              <a:rPr lang="en-US" dirty="0"/>
              <a:t> - </a:t>
            </a:r>
            <a:r>
              <a:rPr lang="en-US" dirty="0" err="1"/>
              <a:t>onderbouwing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FC769-49D3-6027-8E45-093674384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Film </a:t>
            </a:r>
            <a:r>
              <a:rPr lang="en-US" dirty="0" err="1"/>
              <a:t>condensatoren</a:t>
            </a:r>
            <a:r>
              <a:rPr lang="en-US" dirty="0"/>
              <a:t> </a:t>
            </a:r>
            <a:r>
              <a:rPr lang="en-US" dirty="0" err="1"/>
              <a:t>weinig</a:t>
            </a:r>
            <a:r>
              <a:rPr lang="en-US" dirty="0"/>
              <a:t> </a:t>
            </a:r>
            <a:r>
              <a:rPr lang="en-US" dirty="0" err="1"/>
              <a:t>aanbod</a:t>
            </a:r>
            <a:r>
              <a:rPr lang="en-US" dirty="0"/>
              <a:t> SMD</a:t>
            </a: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SMD </a:t>
            </a:r>
            <a:r>
              <a:rPr lang="en-US" dirty="0" err="1">
                <a:sym typeface="Wingdings" panose="05000000000000000000" pitchFamily="2" charset="2"/>
              </a:rPr>
              <a:t>componenten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goedkoop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snelle</a:t>
            </a:r>
            <a:r>
              <a:rPr lang="en-US" dirty="0">
                <a:sym typeface="Wingdings" panose="05000000000000000000" pitchFamily="2" charset="2"/>
              </a:rPr>
              <a:t> montage</a:t>
            </a: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SMD </a:t>
            </a:r>
            <a:r>
              <a:rPr lang="en-US" dirty="0" err="1">
                <a:sym typeface="Wingdings" panose="05000000000000000000" pitchFamily="2" charset="2"/>
              </a:rPr>
              <a:t>diodeladder</a:t>
            </a:r>
            <a:r>
              <a:rPr lang="en-US" dirty="0">
                <a:sym typeface="Wingdings" panose="05000000000000000000" pitchFamily="2" charset="2"/>
              </a:rPr>
              <a:t> + </a:t>
            </a:r>
            <a:r>
              <a:rPr lang="en-US" dirty="0" err="1">
                <a:sym typeface="Wingdings" panose="05000000000000000000" pitchFamily="2" charset="2"/>
              </a:rPr>
              <a:t>interessante</a:t>
            </a:r>
            <a:r>
              <a:rPr lang="en-US" dirty="0">
                <a:sym typeface="Wingdings" panose="05000000000000000000" pitchFamily="2" charset="2"/>
              </a:rPr>
              <a:t> layout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898C8-4CFA-C163-21E0-17C69F41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38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B3D7-C47A-4688-2B78-8B9FB506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802704" cy="1325563"/>
          </a:xfrm>
        </p:spPr>
        <p:txBody>
          <a:bodyPr/>
          <a:lstStyle/>
          <a:p>
            <a:r>
              <a:rPr lang="en-US" dirty="0" err="1"/>
              <a:t>Componenten</a:t>
            </a:r>
            <a:r>
              <a:rPr lang="en-US" dirty="0"/>
              <a:t> - </a:t>
            </a:r>
            <a:r>
              <a:rPr lang="en-US" dirty="0" err="1"/>
              <a:t>Kostenberekening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1B414-22F0-C9B0-2430-06AF0E75A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Zonder</a:t>
            </a:r>
            <a:r>
              <a:rPr lang="en-US"/>
              <a:t> PCB, </a:t>
            </a:r>
            <a:r>
              <a:rPr lang="en-US" err="1"/>
              <a:t>draden</a:t>
            </a:r>
            <a:endParaRPr lang="en-US"/>
          </a:p>
          <a:p>
            <a:r>
              <a:rPr lang="en-US" err="1"/>
              <a:t>Weerstanden</a:t>
            </a:r>
            <a:r>
              <a:rPr lang="en-US"/>
              <a:t> </a:t>
            </a:r>
            <a:r>
              <a:rPr lang="en-US" err="1"/>
              <a:t>schatting</a:t>
            </a:r>
            <a:endParaRPr lang="en-US"/>
          </a:p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708B5-F60B-C3D4-203F-8C77521E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B3D2B8-B19E-E66C-8A45-C63C7FA9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623" y="725557"/>
            <a:ext cx="5224630" cy="540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0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881FC-8581-D106-8EBE-0D284961E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Haalbaarheid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F03AA21-469C-BF78-D5F4-AFF569181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Goed haalbaar, Componenten zijn beschikbaar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Met de hand te solderen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dirty="0"/>
              <a:t>Op-</a:t>
            </a:r>
            <a:r>
              <a:rPr lang="nl-NL" noProof="0" dirty="0" err="1"/>
              <a:t>amp</a:t>
            </a:r>
            <a:r>
              <a:rPr lang="nl-NL" noProof="0" dirty="0"/>
              <a:t> schakelingen zijn afzonderlijk </a:t>
            </a:r>
            <a:r>
              <a:rPr lang="nl-NL" noProof="0" dirty="0" err="1"/>
              <a:t>testbaar</a:t>
            </a:r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71C8C8E-1F89-D20E-2F61-A41A098A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35550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78DC02-E00A-EEDF-5A0F-360A4357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Einde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E205D0-92A0-E066-59C2-B4817036C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Zijn er nog vragen?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D132879-623D-940E-5254-AC3461E1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720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828561-ab6e-43c4-9d33-ca1b8be06404" xsi:nil="true"/>
    <lcf76f155ced4ddcb4097134ff3c332f xmlns="e064670d-5742-4c0f-8169-dbc822ba497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200947B721FF49A58C58AA23D7F208" ma:contentTypeVersion="11" ma:contentTypeDescription="Een nieuw document maken." ma:contentTypeScope="" ma:versionID="9ab67885c51d5d80ef525106c61fd646">
  <xsd:schema xmlns:xsd="http://www.w3.org/2001/XMLSchema" xmlns:xs="http://www.w3.org/2001/XMLSchema" xmlns:p="http://schemas.microsoft.com/office/2006/metadata/properties" xmlns:ns2="e064670d-5742-4c0f-8169-dbc822ba4976" xmlns:ns3="61828561-ab6e-43c4-9d33-ca1b8be06404" targetNamespace="http://schemas.microsoft.com/office/2006/metadata/properties" ma:root="true" ma:fieldsID="b78c64806658e2d16f99b7b5bfff6d33" ns2:_="" ns3:_="">
    <xsd:import namespace="e064670d-5742-4c0f-8169-dbc822ba4976"/>
    <xsd:import namespace="61828561-ab6e-43c4-9d33-ca1b8be064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670d-5742-4c0f-8169-dbc822ba49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1c6a0e08-1576-455b-af28-552984f92f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828561-ab6e-43c4-9d33-ca1b8be0640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c2f1fef-6066-4c8a-bc30-4e1f5ff40335}" ma:internalName="TaxCatchAll" ma:showField="CatchAllData" ma:web="61828561-ab6e-43c4-9d33-ca1b8be064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61828561-ab6e-43c4-9d33-ca1b8be06404"/>
    <ds:schemaRef ds:uri="e064670d-5742-4c0f-8169-dbc822ba4976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F51B39-6DCE-452E-B7E5-8BCB51C400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670d-5742-4c0f-8169-dbc822ba4976"/>
    <ds:schemaRef ds:uri="61828561-ab6e-43c4-9d33-ca1b8be064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{8037F449-156A-422C-8708-6BFE7ED669AF}tf67328976_win32</Template>
  <TotalTime>17</TotalTime>
  <Words>232</Words>
  <Application>Microsoft Office PowerPoint</Application>
  <PresentationFormat>Breedbeeld</PresentationFormat>
  <Paragraphs>60</Paragraphs>
  <Slides>14</Slides>
  <Notes>1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5" baseType="lpstr">
      <vt:lpstr>Custom</vt:lpstr>
      <vt:lpstr>Project Ingenieursbureau VCF PCB</vt:lpstr>
      <vt:lpstr>Inhoud</vt:lpstr>
      <vt:lpstr>Inleiding</vt:lpstr>
      <vt:lpstr>Opdracht en doelstelling</vt:lpstr>
      <vt:lpstr>Beperkingen</vt:lpstr>
      <vt:lpstr>Elektronisch schema</vt:lpstr>
      <vt:lpstr>PCB-ontwerp</vt:lpstr>
      <vt:lpstr>PCB-Ontwerp</vt:lpstr>
      <vt:lpstr>PCB-Ontwerp</vt:lpstr>
      <vt:lpstr>PowerPoint-presentatie</vt:lpstr>
      <vt:lpstr>Componenten - onderbouwing</vt:lpstr>
      <vt:lpstr>Componenten - Kostenberekening</vt:lpstr>
      <vt:lpstr>Haalbaarheid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Jens Kuizenga (student)</dc:creator>
  <cp:lastModifiedBy>Diémo Rijsdijk (student)</cp:lastModifiedBy>
  <cp:revision>129</cp:revision>
  <dcterms:created xsi:type="dcterms:W3CDTF">2024-09-09T08:38:26Z</dcterms:created>
  <dcterms:modified xsi:type="dcterms:W3CDTF">2024-11-19T20:47:34Z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0x010100C0200947B721FF49A58C58AA23D7F208</vt:lpwstr>
  </property>
  <property fmtid="{D5CDD505-2E9C-101B-9397-08002B2CF9AE}" pid="3" name="MediaServiceImageTags">
    <vt:lpwstr/>
  </property>
</Properties>
</file>